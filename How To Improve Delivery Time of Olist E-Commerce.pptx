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6" r:id="rId5"/>
    <p:sldId id="258" r:id="rId6"/>
    <p:sldId id="257" r:id="rId7"/>
    <p:sldId id="277" r:id="rId8"/>
    <p:sldId id="259" r:id="rId9"/>
    <p:sldId id="261" r:id="rId10"/>
    <p:sldId id="283" r:id="rId11"/>
    <p:sldId id="260" r:id="rId12"/>
    <p:sldId id="297" r:id="rId13"/>
    <p:sldId id="285" r:id="rId14"/>
    <p:sldId id="281" r:id="rId15"/>
    <p:sldId id="298" r:id="rId16"/>
    <p:sldId id="286" r:id="rId17"/>
    <p:sldId id="284" r:id="rId18"/>
    <p:sldId id="287" r:id="rId19"/>
    <p:sldId id="289" r:id="rId20"/>
    <p:sldId id="290" r:id="rId21"/>
    <p:sldId id="292" r:id="rId22"/>
    <p:sldId id="293" r:id="rId23"/>
    <p:sldId id="291" r:id="rId24"/>
    <p:sldId id="300" r:id="rId25"/>
    <p:sldId id="275" r:id="rId26"/>
  </p:sldIdLst>
  <p:sldSz cx="12192000" cy="6858000"/>
  <p:notesSz cx="7315200" cy="9601200"/>
  <p:defaultTextStyle>
    <a:defPPr rtl="0"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Tác giả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9D47"/>
    <a:srgbClr val="4E79A7"/>
    <a:srgbClr val="F28E2B"/>
    <a:srgbClr val="E15759"/>
    <a:srgbClr val="E04E50"/>
    <a:srgbClr val="59A14F"/>
    <a:srgbClr val="E8083D"/>
    <a:srgbClr val="FF5050"/>
    <a:srgbClr val="248721"/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913085-C8AD-403E-80E4-CBE2F19D14BE}" v="366" dt="2024-06-23T03:37:53.7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18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4320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 Jackson" userId="c48f07d815f89fe7" providerId="LiveId" clId="{08913085-C8AD-403E-80E4-CBE2F19D14BE}"/>
    <pc:docChg chg="undo redo custSel addSld delSld modSld sldOrd modMainMaster modNotesMaster modHandout">
      <pc:chgData name="Kai Jackson" userId="c48f07d815f89fe7" providerId="LiveId" clId="{08913085-C8AD-403E-80E4-CBE2F19D14BE}" dt="2024-06-24T05:12:12.786" v="5380" actId="20577"/>
      <pc:docMkLst>
        <pc:docMk/>
      </pc:docMkLst>
      <pc:sldChg chg="addSp delSp modSp mod modNotesTx">
        <pc:chgData name="Kai Jackson" userId="c48f07d815f89fe7" providerId="LiveId" clId="{08913085-C8AD-403E-80E4-CBE2F19D14BE}" dt="2024-06-16T04:03:18.223" v="3725" actId="207"/>
        <pc:sldMkLst>
          <pc:docMk/>
          <pc:sldMk cId="2259308896" sldId="256"/>
        </pc:sldMkLst>
        <pc:spChg chg="mod">
          <ac:chgData name="Kai Jackson" userId="c48f07d815f89fe7" providerId="LiveId" clId="{08913085-C8AD-403E-80E4-CBE2F19D14BE}" dt="2024-06-16T04:03:18.223" v="3725" actId="207"/>
          <ac:spMkLst>
            <pc:docMk/>
            <pc:sldMk cId="2259308896" sldId="256"/>
            <ac:spMk id="2" creationId="{51DF3D98-3C30-4CFC-8643-C81E829C8C25}"/>
          </ac:spMkLst>
        </pc:spChg>
        <pc:picChg chg="del mod">
          <ac:chgData name="Kai Jackson" userId="c48f07d815f89fe7" providerId="LiveId" clId="{08913085-C8AD-403E-80E4-CBE2F19D14BE}" dt="2024-06-15T11:24:57.064" v="3454" actId="478"/>
          <ac:picMkLst>
            <pc:docMk/>
            <pc:sldMk cId="2259308896" sldId="256"/>
            <ac:picMk id="5" creationId="{4AE56F60-068A-5262-579F-58123E72E83F}"/>
          </ac:picMkLst>
        </pc:picChg>
        <pc:picChg chg="add mod">
          <ac:chgData name="Kai Jackson" userId="c48f07d815f89fe7" providerId="LiveId" clId="{08913085-C8AD-403E-80E4-CBE2F19D14BE}" dt="2024-06-15T11:25:24.367" v="3463" actId="1076"/>
          <ac:picMkLst>
            <pc:docMk/>
            <pc:sldMk cId="2259308896" sldId="256"/>
            <ac:picMk id="6" creationId="{B5B081BD-EB4E-E0E7-F661-5950C55CE1A1}"/>
          </ac:picMkLst>
        </pc:picChg>
      </pc:sldChg>
      <pc:sldChg chg="addSp delSp modSp mod setBg">
        <pc:chgData name="Kai Jackson" userId="c48f07d815f89fe7" providerId="LiveId" clId="{08913085-C8AD-403E-80E4-CBE2F19D14BE}" dt="2024-06-16T05:11:25.718" v="4147" actId="1076"/>
        <pc:sldMkLst>
          <pc:docMk/>
          <pc:sldMk cId="1325608595" sldId="257"/>
        </pc:sldMkLst>
        <pc:spChg chg="mod">
          <ac:chgData name="Kai Jackson" userId="c48f07d815f89fe7" providerId="LiveId" clId="{08913085-C8AD-403E-80E4-CBE2F19D14BE}" dt="2024-06-16T04:09:25.830" v="3818" actId="207"/>
          <ac:spMkLst>
            <pc:docMk/>
            <pc:sldMk cId="1325608595" sldId="257"/>
            <ac:spMk id="3" creationId="{22788C46-D0BC-4307-AE55-7601A139E7CB}"/>
          </ac:spMkLst>
        </pc:spChg>
        <pc:spChg chg="del">
          <ac:chgData name="Kai Jackson" userId="c48f07d815f89fe7" providerId="LiveId" clId="{08913085-C8AD-403E-80E4-CBE2F19D14BE}" dt="2024-06-15T10:51:00.001" v="3356" actId="478"/>
          <ac:spMkLst>
            <pc:docMk/>
            <pc:sldMk cId="1325608595" sldId="257"/>
            <ac:spMk id="4" creationId="{5739303D-13C0-6A41-947A-F998CC47B32E}"/>
          </ac:spMkLst>
        </pc:spChg>
        <pc:spChg chg="del">
          <ac:chgData name="Kai Jackson" userId="c48f07d815f89fe7" providerId="LiveId" clId="{08913085-C8AD-403E-80E4-CBE2F19D14BE}" dt="2024-06-12T03:05:53.543" v="381" actId="478"/>
          <ac:spMkLst>
            <pc:docMk/>
            <pc:sldMk cId="1325608595" sldId="257"/>
            <ac:spMk id="5" creationId="{6209FEB4-4C5C-EB43-9696-7B42453DB79B}"/>
          </ac:spMkLst>
        </pc:spChg>
        <pc:spChg chg="add del mod">
          <ac:chgData name="Kai Jackson" userId="c48f07d815f89fe7" providerId="LiveId" clId="{08913085-C8AD-403E-80E4-CBE2F19D14BE}" dt="2024-06-12T03:04:16.622" v="348" actId="478"/>
          <ac:spMkLst>
            <pc:docMk/>
            <pc:sldMk cId="1325608595" sldId="257"/>
            <ac:spMk id="23" creationId="{CFEAEF44-83B3-0C61-58FC-9C09A0F986B9}"/>
          </ac:spMkLst>
        </pc:spChg>
        <pc:spChg chg="add del mod">
          <ac:chgData name="Kai Jackson" userId="c48f07d815f89fe7" providerId="LiveId" clId="{08913085-C8AD-403E-80E4-CBE2F19D14BE}" dt="2024-06-12T03:04:15.142" v="347" actId="478"/>
          <ac:spMkLst>
            <pc:docMk/>
            <pc:sldMk cId="1325608595" sldId="257"/>
            <ac:spMk id="24" creationId="{89681A91-2BF9-DF88-70A3-EB31FAD21007}"/>
          </ac:spMkLst>
        </pc:spChg>
        <pc:spChg chg="add del mod">
          <ac:chgData name="Kai Jackson" userId="c48f07d815f89fe7" providerId="LiveId" clId="{08913085-C8AD-403E-80E4-CBE2F19D14BE}" dt="2024-06-12T03:04:53.150" v="359" actId="478"/>
          <ac:spMkLst>
            <pc:docMk/>
            <pc:sldMk cId="1325608595" sldId="257"/>
            <ac:spMk id="25" creationId="{8CCF58E9-8D6B-10B4-58D2-A567C668AA9E}"/>
          </ac:spMkLst>
        </pc:spChg>
        <pc:spChg chg="add del mod">
          <ac:chgData name="Kai Jackson" userId="c48f07d815f89fe7" providerId="LiveId" clId="{08913085-C8AD-403E-80E4-CBE2F19D14BE}" dt="2024-06-12T03:04:52.039" v="358" actId="478"/>
          <ac:spMkLst>
            <pc:docMk/>
            <pc:sldMk cId="1325608595" sldId="257"/>
            <ac:spMk id="26" creationId="{1B778E01-1D9B-E222-E1DD-987800DD11ED}"/>
          </ac:spMkLst>
        </pc:spChg>
        <pc:picChg chg="add mod">
          <ac:chgData name="Kai Jackson" userId="c48f07d815f89fe7" providerId="LiveId" clId="{08913085-C8AD-403E-80E4-CBE2F19D14BE}" dt="2024-06-16T05:11:25.718" v="4147" actId="1076"/>
          <ac:picMkLst>
            <pc:docMk/>
            <pc:sldMk cId="1325608595" sldId="257"/>
            <ac:picMk id="7" creationId="{0D41F118-EC3B-3D03-6360-21200C0B0B10}"/>
          </ac:picMkLst>
        </pc:picChg>
        <pc:picChg chg="mod">
          <ac:chgData name="Kai Jackson" userId="c48f07d815f89fe7" providerId="LiveId" clId="{08913085-C8AD-403E-80E4-CBE2F19D14BE}" dt="2024-06-12T04:18:01.254" v="1009" actId="1076"/>
          <ac:picMkLst>
            <pc:docMk/>
            <pc:sldMk cId="1325608595" sldId="257"/>
            <ac:picMk id="8" creationId="{251830EC-9940-12C6-0065-BCAC02540769}"/>
          </ac:picMkLst>
        </pc:picChg>
        <pc:picChg chg="add del mod">
          <ac:chgData name="Kai Jackson" userId="c48f07d815f89fe7" providerId="LiveId" clId="{08913085-C8AD-403E-80E4-CBE2F19D14BE}" dt="2024-06-12T02:43:21.655" v="14" actId="478"/>
          <ac:picMkLst>
            <pc:docMk/>
            <pc:sldMk cId="1325608595" sldId="257"/>
            <ac:picMk id="10" creationId="{1FA91131-A23B-B94A-B5D9-1C8EED287903}"/>
          </ac:picMkLst>
        </pc:picChg>
        <pc:picChg chg="add del">
          <ac:chgData name="Kai Jackson" userId="c48f07d815f89fe7" providerId="LiveId" clId="{08913085-C8AD-403E-80E4-CBE2F19D14BE}" dt="2024-06-12T02:43:52.309" v="18" actId="478"/>
          <ac:picMkLst>
            <pc:docMk/>
            <pc:sldMk cId="1325608595" sldId="257"/>
            <ac:picMk id="12" creationId="{0FF5FBEF-435C-3A89-5C51-C432D1DCDA20}"/>
          </ac:picMkLst>
        </pc:picChg>
        <pc:picChg chg="add mod">
          <ac:chgData name="Kai Jackson" userId="c48f07d815f89fe7" providerId="LiveId" clId="{08913085-C8AD-403E-80E4-CBE2F19D14BE}" dt="2024-06-12T04:18:01.254" v="1009" actId="1076"/>
          <ac:picMkLst>
            <pc:docMk/>
            <pc:sldMk cId="1325608595" sldId="257"/>
            <ac:picMk id="14" creationId="{5E193E1D-6D5F-B51A-BC2F-43F70ECE2E5C}"/>
          </ac:picMkLst>
        </pc:picChg>
        <pc:picChg chg="add mod">
          <ac:chgData name="Kai Jackson" userId="c48f07d815f89fe7" providerId="LiveId" clId="{08913085-C8AD-403E-80E4-CBE2F19D14BE}" dt="2024-06-12T04:18:01.254" v="1009" actId="1076"/>
          <ac:picMkLst>
            <pc:docMk/>
            <pc:sldMk cId="1325608595" sldId="257"/>
            <ac:picMk id="16" creationId="{B5642E76-C05F-DF0C-EF41-1DE1BD2ABE68}"/>
          </ac:picMkLst>
        </pc:picChg>
        <pc:picChg chg="add del mod">
          <ac:chgData name="Kai Jackson" userId="c48f07d815f89fe7" providerId="LiveId" clId="{08913085-C8AD-403E-80E4-CBE2F19D14BE}" dt="2024-06-12T02:50:26.344" v="114" actId="478"/>
          <ac:picMkLst>
            <pc:docMk/>
            <pc:sldMk cId="1325608595" sldId="257"/>
            <ac:picMk id="18" creationId="{AEF4C04B-DC29-7AD4-76EE-E8837E4659CD}"/>
          </ac:picMkLst>
        </pc:picChg>
        <pc:picChg chg="add mod">
          <ac:chgData name="Kai Jackson" userId="c48f07d815f89fe7" providerId="LiveId" clId="{08913085-C8AD-403E-80E4-CBE2F19D14BE}" dt="2024-06-12T06:25:03.140" v="1189" actId="1076"/>
          <ac:picMkLst>
            <pc:docMk/>
            <pc:sldMk cId="1325608595" sldId="257"/>
            <ac:picMk id="20" creationId="{7A9741B9-F417-37DF-5D3A-DADDA6792B0F}"/>
          </ac:picMkLst>
        </pc:picChg>
        <pc:picChg chg="add del mod">
          <ac:chgData name="Kai Jackson" userId="c48f07d815f89fe7" providerId="LiveId" clId="{08913085-C8AD-403E-80E4-CBE2F19D14BE}" dt="2024-06-12T03:08:21.051" v="442" actId="478"/>
          <ac:picMkLst>
            <pc:docMk/>
            <pc:sldMk cId="1325608595" sldId="257"/>
            <ac:picMk id="22" creationId="{9F7D730B-AF1F-1DCC-4570-AA382064D989}"/>
          </ac:picMkLst>
        </pc:picChg>
        <pc:picChg chg="add del mod">
          <ac:chgData name="Kai Jackson" userId="c48f07d815f89fe7" providerId="LiveId" clId="{08913085-C8AD-403E-80E4-CBE2F19D14BE}" dt="2024-06-16T04:51:41.235" v="4035" actId="478"/>
          <ac:picMkLst>
            <pc:docMk/>
            <pc:sldMk cId="1325608595" sldId="257"/>
            <ac:picMk id="28" creationId="{87428908-EBFC-4926-FA41-9BFDBB4881DC}"/>
          </ac:picMkLst>
        </pc:picChg>
      </pc:sldChg>
      <pc:sldChg chg="addSp delSp modSp mod ord modClrScheme chgLayout modNotesTx">
        <pc:chgData name="Kai Jackson" userId="c48f07d815f89fe7" providerId="LiveId" clId="{08913085-C8AD-403E-80E4-CBE2F19D14BE}" dt="2024-06-23T03:14:45.524" v="5344" actId="20577"/>
        <pc:sldMkLst>
          <pc:docMk/>
          <pc:sldMk cId="1639799154" sldId="258"/>
        </pc:sldMkLst>
        <pc:spChg chg="del mod">
          <ac:chgData name="Kai Jackson" userId="c48f07d815f89fe7" providerId="LiveId" clId="{08913085-C8AD-403E-80E4-CBE2F19D14BE}" dt="2024-06-12T04:00:39.407" v="884" actId="478"/>
          <ac:spMkLst>
            <pc:docMk/>
            <pc:sldMk cId="1639799154" sldId="258"/>
            <ac:spMk id="2" creationId="{8C543F67-9C70-4748-8C0C-3A7863422F99}"/>
          </ac:spMkLst>
        </pc:spChg>
        <pc:spChg chg="del">
          <ac:chgData name="Kai Jackson" userId="c48f07d815f89fe7" providerId="LiveId" clId="{08913085-C8AD-403E-80E4-CBE2F19D14BE}" dt="2024-06-12T03:59:55.507" v="877" actId="478"/>
          <ac:spMkLst>
            <pc:docMk/>
            <pc:sldMk cId="1639799154" sldId="258"/>
            <ac:spMk id="3" creationId="{95B371F2-DBA5-415A-82C8-651F587B857A}"/>
          </ac:spMkLst>
        </pc:spChg>
        <pc:spChg chg="del mod">
          <ac:chgData name="Kai Jackson" userId="c48f07d815f89fe7" providerId="LiveId" clId="{08913085-C8AD-403E-80E4-CBE2F19D14BE}" dt="2024-06-15T10:50:58.274" v="3355" actId="478"/>
          <ac:spMkLst>
            <pc:docMk/>
            <pc:sldMk cId="1639799154" sldId="258"/>
            <ac:spMk id="4" creationId="{DB056174-CBC5-7B48-9681-7DDAC423337E}"/>
          </ac:spMkLst>
        </pc:spChg>
        <pc:spChg chg="del mod">
          <ac:chgData name="Kai Jackson" userId="c48f07d815f89fe7" providerId="LiveId" clId="{08913085-C8AD-403E-80E4-CBE2F19D14BE}" dt="2024-06-15T09:06:04.217" v="2971" actId="478"/>
          <ac:spMkLst>
            <pc:docMk/>
            <pc:sldMk cId="1639799154" sldId="258"/>
            <ac:spMk id="5" creationId="{D593FA18-50D6-0344-B477-1D7C91CF4029}"/>
          </ac:spMkLst>
        </pc:spChg>
        <pc:spChg chg="mod">
          <ac:chgData name="Kai Jackson" userId="c48f07d815f89fe7" providerId="LiveId" clId="{08913085-C8AD-403E-80E4-CBE2F19D14BE}" dt="2024-06-12T04:00:11.004" v="881" actId="26606"/>
          <ac:spMkLst>
            <pc:docMk/>
            <pc:sldMk cId="1639799154" sldId="258"/>
            <ac:spMk id="6" creationId="{134C72D2-EFDF-844A-8472-CB49A59B127B}"/>
          </ac:spMkLst>
        </pc:spChg>
        <pc:spChg chg="add del mod">
          <ac:chgData name="Kai Jackson" userId="c48f07d815f89fe7" providerId="LiveId" clId="{08913085-C8AD-403E-80E4-CBE2F19D14BE}" dt="2024-06-12T03:59:57.390" v="878" actId="478"/>
          <ac:spMkLst>
            <pc:docMk/>
            <pc:sldMk cId="1639799154" sldId="258"/>
            <ac:spMk id="8" creationId="{6F853B71-6658-A934-F6D1-C41071EDC857}"/>
          </ac:spMkLst>
        </pc:spChg>
        <pc:spChg chg="add del mod">
          <ac:chgData name="Kai Jackson" userId="c48f07d815f89fe7" providerId="LiveId" clId="{08913085-C8AD-403E-80E4-CBE2F19D14BE}" dt="2024-06-12T04:00:43.325" v="887" actId="478"/>
          <ac:spMkLst>
            <pc:docMk/>
            <pc:sldMk cId="1639799154" sldId="258"/>
            <ac:spMk id="12" creationId="{0696E3D6-5ED3-532D-C8F9-C876E1BC8219}"/>
          </ac:spMkLst>
        </pc:spChg>
        <pc:spChg chg="add mod">
          <ac:chgData name="Kai Jackson" userId="c48f07d815f89fe7" providerId="LiveId" clId="{08913085-C8AD-403E-80E4-CBE2F19D14BE}" dt="2024-06-12T04:00:40.993" v="886"/>
          <ac:spMkLst>
            <pc:docMk/>
            <pc:sldMk cId="1639799154" sldId="258"/>
            <ac:spMk id="13" creationId="{3A2D6070-46F7-BA2C-AD38-CEEFA6F4C263}"/>
          </ac:spMkLst>
        </pc:spChg>
        <pc:spChg chg="add mod">
          <ac:chgData name="Kai Jackson" userId="c48f07d815f89fe7" providerId="LiveId" clId="{08913085-C8AD-403E-80E4-CBE2F19D14BE}" dt="2024-06-12T04:01:58.156" v="945" actId="1076"/>
          <ac:spMkLst>
            <pc:docMk/>
            <pc:sldMk cId="1639799154" sldId="258"/>
            <ac:spMk id="14" creationId="{2DE076F1-1624-8880-51BA-AF10EB6C93D2}"/>
          </ac:spMkLst>
        </pc:spChg>
        <pc:spChg chg="add mod">
          <ac:chgData name="Kai Jackson" userId="c48f07d815f89fe7" providerId="LiveId" clId="{08913085-C8AD-403E-80E4-CBE2F19D14BE}" dt="2024-06-23T03:14:45.524" v="5344" actId="20577"/>
          <ac:spMkLst>
            <pc:docMk/>
            <pc:sldMk cId="1639799154" sldId="258"/>
            <ac:spMk id="15" creationId="{EFECCA42-32AB-4085-423D-79BF2741BB3F}"/>
          </ac:spMkLst>
        </pc:spChg>
        <pc:picChg chg="add del mod">
          <ac:chgData name="Kai Jackson" userId="c48f07d815f89fe7" providerId="LiveId" clId="{08913085-C8AD-403E-80E4-CBE2F19D14BE}" dt="2024-06-18T14:01:41.676" v="5087" actId="478"/>
          <ac:picMkLst>
            <pc:docMk/>
            <pc:sldMk cId="1639799154" sldId="258"/>
            <ac:picMk id="3" creationId="{9EFAD65D-B06B-F3AD-BC63-90949AE3A340}"/>
          </ac:picMkLst>
        </pc:picChg>
        <pc:picChg chg="add mod">
          <ac:chgData name="Kai Jackson" userId="c48f07d815f89fe7" providerId="LiveId" clId="{08913085-C8AD-403E-80E4-CBE2F19D14BE}" dt="2024-06-23T02:51:00.340" v="5340" actId="1076"/>
          <ac:picMkLst>
            <pc:docMk/>
            <pc:sldMk cId="1639799154" sldId="258"/>
            <ac:picMk id="3" creationId="{D75208FD-08C2-B68E-FB27-98BABF9B83C1}"/>
          </ac:picMkLst>
        </pc:picChg>
        <pc:picChg chg="add del mod">
          <ac:chgData name="Kai Jackson" userId="c48f07d815f89fe7" providerId="LiveId" clId="{08913085-C8AD-403E-80E4-CBE2F19D14BE}" dt="2024-06-23T02:50:56.041" v="5339" actId="478"/>
          <ac:picMkLst>
            <pc:docMk/>
            <pc:sldMk cId="1639799154" sldId="258"/>
            <ac:picMk id="5" creationId="{73F33D7B-B927-1483-AD26-A20D31850DFA}"/>
          </ac:picMkLst>
        </pc:picChg>
        <pc:picChg chg="add del mod ord">
          <ac:chgData name="Kai Jackson" userId="c48f07d815f89fe7" providerId="LiveId" clId="{08913085-C8AD-403E-80E4-CBE2F19D14BE}" dt="2024-06-18T13:59:31.370" v="5070" actId="478"/>
          <ac:picMkLst>
            <pc:docMk/>
            <pc:sldMk cId="1639799154" sldId="258"/>
            <ac:picMk id="10" creationId="{EB485D9E-7E7D-88A6-FF51-E3977E3C1017}"/>
          </ac:picMkLst>
        </pc:picChg>
        <pc:picChg chg="add mod">
          <ac:chgData name="Kai Jackson" userId="c48f07d815f89fe7" providerId="LiveId" clId="{08913085-C8AD-403E-80E4-CBE2F19D14BE}" dt="2024-06-18T14:00:02.692" v="5084" actId="14100"/>
          <ac:picMkLst>
            <pc:docMk/>
            <pc:sldMk cId="1639799154" sldId="258"/>
            <ac:picMk id="17" creationId="{2528DEAF-C5D1-C706-4F06-9B50F03BE128}"/>
          </ac:picMkLst>
        </pc:picChg>
        <pc:picChg chg="add del mod">
          <ac:chgData name="Kai Jackson" userId="c48f07d815f89fe7" providerId="LiveId" clId="{08913085-C8AD-403E-80E4-CBE2F19D14BE}" dt="2024-06-12T04:04:42.518" v="975" actId="478"/>
          <ac:picMkLst>
            <pc:docMk/>
            <pc:sldMk cId="1639799154" sldId="258"/>
            <ac:picMk id="19" creationId="{7598F61B-4FBD-2DEF-D17B-B83CA087DA90}"/>
          </ac:picMkLst>
        </pc:picChg>
        <pc:picChg chg="add mod">
          <ac:chgData name="Kai Jackson" userId="c48f07d815f89fe7" providerId="LiveId" clId="{08913085-C8AD-403E-80E4-CBE2F19D14BE}" dt="2024-06-12T04:29:15.566" v="1017" actId="1076"/>
          <ac:picMkLst>
            <pc:docMk/>
            <pc:sldMk cId="1639799154" sldId="258"/>
            <ac:picMk id="21" creationId="{4F8E1B5B-C87C-6FB0-AC20-B9FF99CA8C4F}"/>
          </ac:picMkLst>
        </pc:picChg>
        <pc:picChg chg="add mod">
          <ac:chgData name="Kai Jackson" userId="c48f07d815f89fe7" providerId="LiveId" clId="{08913085-C8AD-403E-80E4-CBE2F19D14BE}" dt="2024-06-12T04:29:19.721" v="1018" actId="1076"/>
          <ac:picMkLst>
            <pc:docMk/>
            <pc:sldMk cId="1639799154" sldId="258"/>
            <ac:picMk id="23" creationId="{8919AE0D-33C5-2633-CA35-604745D3A849}"/>
          </ac:picMkLst>
        </pc:picChg>
      </pc:sldChg>
      <pc:sldChg chg="addSp delSp modSp mod setBg">
        <pc:chgData name="Kai Jackson" userId="c48f07d815f89fe7" providerId="LiveId" clId="{08913085-C8AD-403E-80E4-CBE2F19D14BE}" dt="2024-06-13T04:00:51.352" v="1681" actId="13926"/>
        <pc:sldMkLst>
          <pc:docMk/>
          <pc:sldMk cId="3446797337" sldId="259"/>
        </pc:sldMkLst>
        <pc:spChg chg="mod">
          <ac:chgData name="Kai Jackson" userId="c48f07d815f89fe7" providerId="LiveId" clId="{08913085-C8AD-403E-80E4-CBE2F19D14BE}" dt="2024-06-13T04:00:51.352" v="1681" actId="13926"/>
          <ac:spMkLst>
            <pc:docMk/>
            <pc:sldMk cId="3446797337" sldId="259"/>
            <ac:spMk id="2" creationId="{8460295B-54B9-4937-90E3-BAB9CE69E30B}"/>
          </ac:spMkLst>
        </pc:spChg>
        <pc:spChg chg="del mod">
          <ac:chgData name="Kai Jackson" userId="c48f07d815f89fe7" providerId="LiveId" clId="{08913085-C8AD-403E-80E4-CBE2F19D14BE}" dt="2024-06-12T04:30:53.049" v="1045" actId="478"/>
          <ac:spMkLst>
            <pc:docMk/>
            <pc:sldMk cId="3446797337" sldId="259"/>
            <ac:spMk id="4" creationId="{D51A6D85-3837-435F-A342-5A3F98172B12}"/>
          </ac:spMkLst>
        </pc:spChg>
        <pc:picChg chg="add mod">
          <ac:chgData name="Kai Jackson" userId="c48f07d815f89fe7" providerId="LiveId" clId="{08913085-C8AD-403E-80E4-CBE2F19D14BE}" dt="2024-06-13T02:56:40.575" v="1358" actId="1076"/>
          <ac:picMkLst>
            <pc:docMk/>
            <pc:sldMk cId="3446797337" sldId="259"/>
            <ac:picMk id="4" creationId="{C33F616E-71E5-4F58-BCDA-252EFF83667D}"/>
          </ac:picMkLst>
        </pc:picChg>
        <pc:picChg chg="add del mod">
          <ac:chgData name="Kai Jackson" userId="c48f07d815f89fe7" providerId="LiveId" clId="{08913085-C8AD-403E-80E4-CBE2F19D14BE}" dt="2024-06-13T02:56:34.213" v="1356" actId="478"/>
          <ac:picMkLst>
            <pc:docMk/>
            <pc:sldMk cId="3446797337" sldId="259"/>
            <ac:picMk id="5" creationId="{36A3ACF7-31A9-3721-9081-BDDD51023A18}"/>
          </ac:picMkLst>
        </pc:picChg>
        <pc:picChg chg="add mod">
          <ac:chgData name="Kai Jackson" userId="c48f07d815f89fe7" providerId="LiveId" clId="{08913085-C8AD-403E-80E4-CBE2F19D14BE}" dt="2024-06-13T02:56:47.873" v="1361" actId="1076"/>
          <ac:picMkLst>
            <pc:docMk/>
            <pc:sldMk cId="3446797337" sldId="259"/>
            <ac:picMk id="6" creationId="{E0772647-632E-F878-615C-2D74FFF57A41}"/>
          </ac:picMkLst>
        </pc:picChg>
        <pc:picChg chg="add del mod">
          <ac:chgData name="Kai Jackson" userId="c48f07d815f89fe7" providerId="LiveId" clId="{08913085-C8AD-403E-80E4-CBE2F19D14BE}" dt="2024-06-13T02:56:35.973" v="1357" actId="478"/>
          <ac:picMkLst>
            <pc:docMk/>
            <pc:sldMk cId="3446797337" sldId="259"/>
            <ac:picMk id="7" creationId="{9286474C-5D56-50A0-26F5-C60838E2AC56}"/>
          </ac:picMkLst>
        </pc:picChg>
        <pc:picChg chg="add mod">
          <ac:chgData name="Kai Jackson" userId="c48f07d815f89fe7" providerId="LiveId" clId="{08913085-C8AD-403E-80E4-CBE2F19D14BE}" dt="2024-06-12T04:37:46.094" v="1083" actId="1076"/>
          <ac:picMkLst>
            <pc:docMk/>
            <pc:sldMk cId="3446797337" sldId="259"/>
            <ac:picMk id="8" creationId="{9788F10B-BF11-07D6-41FF-4EFBA6FC47C1}"/>
          </ac:picMkLst>
        </pc:picChg>
        <pc:picChg chg="add del mod">
          <ac:chgData name="Kai Jackson" userId="c48f07d815f89fe7" providerId="LiveId" clId="{08913085-C8AD-403E-80E4-CBE2F19D14BE}" dt="2024-06-13T02:56:41.712" v="1359" actId="478"/>
          <ac:picMkLst>
            <pc:docMk/>
            <pc:sldMk cId="3446797337" sldId="259"/>
            <ac:picMk id="9" creationId="{CF9F24B7-CDCF-8DB3-623A-84F67553C4C6}"/>
          </ac:picMkLst>
        </pc:picChg>
      </pc:sldChg>
      <pc:sldChg chg="addSp delSp modSp mod modClrScheme chgLayout modNotesTx">
        <pc:chgData name="Kai Jackson" userId="c48f07d815f89fe7" providerId="LiveId" clId="{08913085-C8AD-403E-80E4-CBE2F19D14BE}" dt="2024-06-18T14:47:23.269" v="5306" actId="1076"/>
        <pc:sldMkLst>
          <pc:docMk/>
          <pc:sldMk cId="4212917468" sldId="260"/>
        </pc:sldMkLst>
        <pc:spChg chg="del mod">
          <ac:chgData name="Kai Jackson" userId="c48f07d815f89fe7" providerId="LiveId" clId="{08913085-C8AD-403E-80E4-CBE2F19D14BE}" dt="2024-06-12T07:47:49.415" v="1204" actId="478"/>
          <ac:spMkLst>
            <pc:docMk/>
            <pc:sldMk cId="4212917468" sldId="260"/>
            <ac:spMk id="2" creationId="{F96F75DE-8A44-4EC5-83C6-95BDDF10DFD9}"/>
          </ac:spMkLst>
        </pc:spChg>
        <pc:spChg chg="del mod ord">
          <ac:chgData name="Kai Jackson" userId="c48f07d815f89fe7" providerId="LiveId" clId="{08913085-C8AD-403E-80E4-CBE2F19D14BE}" dt="2024-06-16T02:24:26.038" v="3485" actId="478"/>
          <ac:spMkLst>
            <pc:docMk/>
            <pc:sldMk cId="4212917468" sldId="260"/>
            <ac:spMk id="3" creationId="{4E809DF5-56B4-304A-8777-BB8576005AF2}"/>
          </ac:spMkLst>
        </pc:spChg>
        <pc:spChg chg="del">
          <ac:chgData name="Kai Jackson" userId="c48f07d815f89fe7" providerId="LiveId" clId="{08913085-C8AD-403E-80E4-CBE2F19D14BE}" dt="2024-06-13T08:08:31.209" v="2277" actId="478"/>
          <ac:spMkLst>
            <pc:docMk/>
            <pc:sldMk cId="4212917468" sldId="260"/>
            <ac:spMk id="5" creationId="{0A79A912-225F-BE40-9F3E-0255524448CD}"/>
          </ac:spMkLst>
        </pc:spChg>
        <pc:spChg chg="add mod ord">
          <ac:chgData name="Kai Jackson" userId="c48f07d815f89fe7" providerId="LiveId" clId="{08913085-C8AD-403E-80E4-CBE2F19D14BE}" dt="2024-06-18T09:53:04.749" v="4529" actId="1076"/>
          <ac:spMkLst>
            <pc:docMk/>
            <pc:sldMk cId="4212917468" sldId="260"/>
            <ac:spMk id="5" creationId="{D7CE68B4-5A26-977D-4503-BE6C172F4366}"/>
          </ac:spMkLst>
        </pc:spChg>
        <pc:spChg chg="mod ord">
          <ac:chgData name="Kai Jackson" userId="c48f07d815f89fe7" providerId="LiveId" clId="{08913085-C8AD-403E-80E4-CBE2F19D14BE}" dt="2024-06-14T08:00:48.288" v="2461" actId="700"/>
          <ac:spMkLst>
            <pc:docMk/>
            <pc:sldMk cId="4212917468" sldId="260"/>
            <ac:spMk id="6" creationId="{50B6C709-8794-DF4E-A15C-6E648F09DD12}"/>
          </ac:spMkLst>
        </pc:spChg>
        <pc:spChg chg="add mod">
          <ac:chgData name="Kai Jackson" userId="c48f07d815f89fe7" providerId="LiveId" clId="{08913085-C8AD-403E-80E4-CBE2F19D14BE}" dt="2024-06-16T05:59:41.472" v="4194" actId="207"/>
          <ac:spMkLst>
            <pc:docMk/>
            <pc:sldMk cId="4212917468" sldId="260"/>
            <ac:spMk id="7" creationId="{3CD9B171-CF88-46DB-9A77-A4A176C1030C}"/>
          </ac:spMkLst>
        </pc:spChg>
        <pc:spChg chg="add del mod">
          <ac:chgData name="Kai Jackson" userId="c48f07d815f89fe7" providerId="LiveId" clId="{08913085-C8AD-403E-80E4-CBE2F19D14BE}" dt="2024-06-12T07:47:36.503" v="1195" actId="478"/>
          <ac:spMkLst>
            <pc:docMk/>
            <pc:sldMk cId="4212917468" sldId="260"/>
            <ac:spMk id="8" creationId="{3BDED750-32F9-7B76-C490-B98DFCB3BD7F}"/>
          </ac:spMkLst>
        </pc:spChg>
        <pc:spChg chg="add del mod ord">
          <ac:chgData name="Kai Jackson" userId="c48f07d815f89fe7" providerId="LiveId" clId="{08913085-C8AD-403E-80E4-CBE2F19D14BE}" dt="2024-06-14T08:01:04.181" v="2462" actId="478"/>
          <ac:spMkLst>
            <pc:docMk/>
            <pc:sldMk cId="4212917468" sldId="260"/>
            <ac:spMk id="9" creationId="{D3359C8E-B1CA-45DC-FF49-09496BA5B544}"/>
          </ac:spMkLst>
        </pc:spChg>
        <pc:spChg chg="add del mod">
          <ac:chgData name="Kai Jackson" userId="c48f07d815f89fe7" providerId="LiveId" clId="{08913085-C8AD-403E-80E4-CBE2F19D14BE}" dt="2024-06-12T07:47:40.346" v="1199"/>
          <ac:spMkLst>
            <pc:docMk/>
            <pc:sldMk cId="4212917468" sldId="260"/>
            <ac:spMk id="10" creationId="{A4CF55C5-B09B-DF5F-78AD-78E84071F898}"/>
          </ac:spMkLst>
        </pc:spChg>
        <pc:spChg chg="add del">
          <ac:chgData name="Kai Jackson" userId="c48f07d815f89fe7" providerId="LiveId" clId="{08913085-C8AD-403E-80E4-CBE2F19D14BE}" dt="2024-06-14T08:02:00.575" v="2469" actId="22"/>
          <ac:spMkLst>
            <pc:docMk/>
            <pc:sldMk cId="4212917468" sldId="260"/>
            <ac:spMk id="11" creationId="{C9DAB3C1-8208-D2BE-2358-6074201E024B}"/>
          </ac:spMkLst>
        </pc:spChg>
        <pc:spChg chg="add del mod">
          <ac:chgData name="Kai Jackson" userId="c48f07d815f89fe7" providerId="LiveId" clId="{08913085-C8AD-403E-80E4-CBE2F19D14BE}" dt="2024-06-12T07:47:51.767" v="1205" actId="478"/>
          <ac:spMkLst>
            <pc:docMk/>
            <pc:sldMk cId="4212917468" sldId="260"/>
            <ac:spMk id="14" creationId="{79F401E6-2440-547C-E17E-3AD167BDB5E7}"/>
          </ac:spMkLst>
        </pc:spChg>
        <pc:spChg chg="add del mod">
          <ac:chgData name="Kai Jackson" userId="c48f07d815f89fe7" providerId="LiveId" clId="{08913085-C8AD-403E-80E4-CBE2F19D14BE}" dt="2024-06-18T13:45:21.596" v="5034" actId="478"/>
          <ac:spMkLst>
            <pc:docMk/>
            <pc:sldMk cId="4212917468" sldId="260"/>
            <ac:spMk id="15" creationId="{7F03738E-AB91-211E-A16D-EBA86C3DEA47}"/>
          </ac:spMkLst>
        </pc:spChg>
        <pc:graphicFrameChg chg="del">
          <ac:chgData name="Kai Jackson" userId="c48f07d815f89fe7" providerId="LiveId" clId="{08913085-C8AD-403E-80E4-CBE2F19D14BE}" dt="2024-06-12T07:47:34.737" v="1194" actId="478"/>
          <ac:graphicFrameMkLst>
            <pc:docMk/>
            <pc:sldMk cId="4212917468" sldId="260"/>
            <ac:graphicFrameMk id="4" creationId="{403CD5FD-27C3-4342-BE41-F411CB8D6931}"/>
          </ac:graphicFrameMkLst>
        </pc:graphicFrameChg>
        <pc:picChg chg="add del mod">
          <ac:chgData name="Kai Jackson" userId="c48f07d815f89fe7" providerId="LiveId" clId="{08913085-C8AD-403E-80E4-CBE2F19D14BE}" dt="2024-06-18T13:46:09.670" v="5038" actId="478"/>
          <ac:picMkLst>
            <pc:docMk/>
            <pc:sldMk cId="4212917468" sldId="260"/>
            <ac:picMk id="3" creationId="{EC8E5D74-44C8-40B8-2EB5-3D963E9DB645}"/>
          </ac:picMkLst>
        </pc:picChg>
        <pc:picChg chg="add del mod">
          <ac:chgData name="Kai Jackson" userId="c48f07d815f89fe7" providerId="LiveId" clId="{08913085-C8AD-403E-80E4-CBE2F19D14BE}" dt="2024-06-13T08:17:59.179" v="2309" actId="478"/>
          <ac:picMkLst>
            <pc:docMk/>
            <pc:sldMk cId="4212917468" sldId="260"/>
            <ac:picMk id="4" creationId="{6FEF491B-8E74-1BFE-47A7-3B54F2EB72C1}"/>
          </ac:picMkLst>
        </pc:picChg>
        <pc:picChg chg="add del mod">
          <ac:chgData name="Kai Jackson" userId="c48f07d815f89fe7" providerId="LiveId" clId="{08913085-C8AD-403E-80E4-CBE2F19D14BE}" dt="2024-06-14T08:14:48.100" v="2507" actId="478"/>
          <ac:picMkLst>
            <pc:docMk/>
            <pc:sldMk cId="4212917468" sldId="260"/>
            <ac:picMk id="4" creationId="{7F7713CF-2C1A-BE35-3127-A1EE5846F101}"/>
          </ac:picMkLst>
        </pc:picChg>
        <pc:picChg chg="add del mod">
          <ac:chgData name="Kai Jackson" userId="c48f07d815f89fe7" providerId="LiveId" clId="{08913085-C8AD-403E-80E4-CBE2F19D14BE}" dt="2024-06-18T13:45:04.823" v="5027" actId="478"/>
          <ac:picMkLst>
            <pc:docMk/>
            <pc:sldMk cId="4212917468" sldId="260"/>
            <ac:picMk id="4" creationId="{EBF4625F-9902-97FA-C0E6-DAC1AFB6104C}"/>
          </ac:picMkLst>
        </pc:picChg>
        <pc:picChg chg="add del mod">
          <ac:chgData name="Kai Jackson" userId="c48f07d815f89fe7" providerId="LiveId" clId="{08913085-C8AD-403E-80E4-CBE2F19D14BE}" dt="2024-06-14T07:54:26.039" v="2418" actId="478"/>
          <ac:picMkLst>
            <pc:docMk/>
            <pc:sldMk cId="4212917468" sldId="260"/>
            <ac:picMk id="8" creationId="{23F7C70B-EED3-BF1A-B196-66781FC7D6D4}"/>
          </ac:picMkLst>
        </pc:picChg>
        <pc:picChg chg="add mod">
          <ac:chgData name="Kai Jackson" userId="c48f07d815f89fe7" providerId="LiveId" clId="{08913085-C8AD-403E-80E4-CBE2F19D14BE}" dt="2024-06-15T11:03:09.929" v="3406" actId="1076"/>
          <ac:picMkLst>
            <pc:docMk/>
            <pc:sldMk cId="4212917468" sldId="260"/>
            <ac:picMk id="9" creationId="{9F928230-A261-C22D-B61D-FFF21BB54A87}"/>
          </ac:picMkLst>
        </pc:picChg>
        <pc:picChg chg="add del mod">
          <ac:chgData name="Kai Jackson" userId="c48f07d815f89fe7" providerId="LiveId" clId="{08913085-C8AD-403E-80E4-CBE2F19D14BE}" dt="2024-06-18T13:48:31.418" v="5049" actId="478"/>
          <ac:picMkLst>
            <pc:docMk/>
            <pc:sldMk cId="4212917468" sldId="260"/>
            <ac:picMk id="10" creationId="{EBBC02B1-00DE-562C-191A-C6B5B8D25D95}"/>
          </ac:picMkLst>
        </pc:picChg>
        <pc:picChg chg="add mod">
          <ac:chgData name="Kai Jackson" userId="c48f07d815f89fe7" providerId="LiveId" clId="{08913085-C8AD-403E-80E4-CBE2F19D14BE}" dt="2024-06-15T11:03:16.834" v="3408" actId="1076"/>
          <ac:picMkLst>
            <pc:docMk/>
            <pc:sldMk cId="4212917468" sldId="260"/>
            <ac:picMk id="11" creationId="{7CD3DC99-1C62-51AF-8C0A-F79263DA8FE3}"/>
          </ac:picMkLst>
        </pc:picChg>
        <pc:picChg chg="add del mod">
          <ac:chgData name="Kai Jackson" userId="c48f07d815f89fe7" providerId="LiveId" clId="{08913085-C8AD-403E-80E4-CBE2F19D14BE}" dt="2024-06-12T07:50:03.267" v="1214" actId="478"/>
          <ac:picMkLst>
            <pc:docMk/>
            <pc:sldMk cId="4212917468" sldId="260"/>
            <ac:picMk id="12" creationId="{9C24CE85-4BB1-AFF1-3500-5BAD1A4245BB}"/>
          </ac:picMkLst>
        </pc:picChg>
        <pc:picChg chg="add del mod">
          <ac:chgData name="Kai Jackson" userId="c48f07d815f89fe7" providerId="LiveId" clId="{08913085-C8AD-403E-80E4-CBE2F19D14BE}" dt="2024-06-18T14:47:14.471" v="5302" actId="478"/>
          <ac:picMkLst>
            <pc:docMk/>
            <pc:sldMk cId="4212917468" sldId="260"/>
            <ac:picMk id="13" creationId="{4BBF874A-4A88-3943-0E7C-1458AF27E32A}"/>
          </ac:picMkLst>
        </pc:picChg>
        <pc:picChg chg="add del mod">
          <ac:chgData name="Kai Jackson" userId="c48f07d815f89fe7" providerId="LiveId" clId="{08913085-C8AD-403E-80E4-CBE2F19D14BE}" dt="2024-06-15T10:44:59.938" v="3339" actId="478"/>
          <ac:picMkLst>
            <pc:docMk/>
            <pc:sldMk cId="4212917468" sldId="260"/>
            <ac:picMk id="13" creationId="{647347A4-7C88-53FA-AC26-1A56FDE54766}"/>
          </ac:picMkLst>
        </pc:picChg>
        <pc:picChg chg="add mod">
          <ac:chgData name="Kai Jackson" userId="c48f07d815f89fe7" providerId="LiveId" clId="{08913085-C8AD-403E-80E4-CBE2F19D14BE}" dt="2024-06-15T11:03:13.992" v="3407" actId="1076"/>
          <ac:picMkLst>
            <pc:docMk/>
            <pc:sldMk cId="4212917468" sldId="260"/>
            <ac:picMk id="14" creationId="{42F59EFB-3777-B4B3-C5C0-74646204F75B}"/>
          </ac:picMkLst>
        </pc:picChg>
        <pc:picChg chg="add del mod">
          <ac:chgData name="Kai Jackson" userId="c48f07d815f89fe7" providerId="LiveId" clId="{08913085-C8AD-403E-80E4-CBE2F19D14BE}" dt="2024-06-13T08:08:28.293" v="2276" actId="478"/>
          <ac:picMkLst>
            <pc:docMk/>
            <pc:sldMk cId="4212917468" sldId="260"/>
            <ac:picMk id="16" creationId="{7D24C5C0-1FF1-B504-2D54-D4D8565B5A86}"/>
          </ac:picMkLst>
        </pc:picChg>
        <pc:picChg chg="add mod">
          <ac:chgData name="Kai Jackson" userId="c48f07d815f89fe7" providerId="LiveId" clId="{08913085-C8AD-403E-80E4-CBE2F19D14BE}" dt="2024-06-18T14:47:23.269" v="5306" actId="1076"/>
          <ac:picMkLst>
            <pc:docMk/>
            <pc:sldMk cId="4212917468" sldId="260"/>
            <ac:picMk id="17" creationId="{2851B369-0E8C-990A-3A41-E1FC11F902CB}"/>
          </ac:picMkLst>
        </pc:picChg>
      </pc:sldChg>
      <pc:sldChg chg="addSp delSp modSp mod setBg modNotesTx">
        <pc:chgData name="Kai Jackson" userId="c48f07d815f89fe7" providerId="LiveId" clId="{08913085-C8AD-403E-80E4-CBE2F19D14BE}" dt="2024-06-16T04:55:09.856" v="4055" actId="1076"/>
        <pc:sldMkLst>
          <pc:docMk/>
          <pc:sldMk cId="1527386939" sldId="261"/>
        </pc:sldMkLst>
        <pc:spChg chg="mod">
          <ac:chgData name="Kai Jackson" userId="c48f07d815f89fe7" providerId="LiveId" clId="{08913085-C8AD-403E-80E4-CBE2F19D14BE}" dt="2024-06-16T04:49:31.931" v="4024" actId="1076"/>
          <ac:spMkLst>
            <pc:docMk/>
            <pc:sldMk cId="1527386939" sldId="261"/>
            <ac:spMk id="2" creationId="{D543047E-FBFD-4F79-BCA5-10E69740F030}"/>
          </ac:spMkLst>
        </pc:spChg>
        <pc:spChg chg="del">
          <ac:chgData name="Kai Jackson" userId="c48f07d815f89fe7" providerId="LiveId" clId="{08913085-C8AD-403E-80E4-CBE2F19D14BE}" dt="2024-06-15T10:51:05.066" v="3358" actId="478"/>
          <ac:spMkLst>
            <pc:docMk/>
            <pc:sldMk cId="1527386939" sldId="261"/>
            <ac:spMk id="3" creationId="{6DB30D50-1377-244D-A1A4-32FB836C1F3A}"/>
          </ac:spMkLst>
        </pc:spChg>
        <pc:spChg chg="del">
          <ac:chgData name="Kai Jackson" userId="c48f07d815f89fe7" providerId="LiveId" clId="{08913085-C8AD-403E-80E4-CBE2F19D14BE}" dt="2024-06-12T04:38:47.757" v="1084" actId="478"/>
          <ac:spMkLst>
            <pc:docMk/>
            <pc:sldMk cId="1527386939" sldId="261"/>
            <ac:spMk id="5" creationId="{AA926C73-F226-914E-AC56-BF3172765F9F}"/>
          </ac:spMkLst>
        </pc:spChg>
        <pc:spChg chg="add del mod">
          <ac:chgData name="Kai Jackson" userId="c48f07d815f89fe7" providerId="LiveId" clId="{08913085-C8AD-403E-80E4-CBE2F19D14BE}" dt="2024-06-12T05:27:01.291" v="1098" actId="478"/>
          <ac:spMkLst>
            <pc:docMk/>
            <pc:sldMk cId="1527386939" sldId="261"/>
            <ac:spMk id="9" creationId="{12358D9B-F118-DB32-0F28-BF783CD156D4}"/>
          </ac:spMkLst>
        </pc:spChg>
        <pc:spChg chg="add mod">
          <ac:chgData name="Kai Jackson" userId="c48f07d815f89fe7" providerId="LiveId" clId="{08913085-C8AD-403E-80E4-CBE2F19D14BE}" dt="2024-06-16T04:55:00.399" v="4053" actId="1076"/>
          <ac:spMkLst>
            <pc:docMk/>
            <pc:sldMk cId="1527386939" sldId="261"/>
            <ac:spMk id="18" creationId="{CF85D5DB-EFC8-9632-C746-C83A73AADD6D}"/>
          </ac:spMkLst>
        </pc:spChg>
        <pc:graphicFrameChg chg="del">
          <ac:chgData name="Kai Jackson" userId="c48f07d815f89fe7" providerId="LiveId" clId="{08913085-C8AD-403E-80E4-CBE2F19D14BE}" dt="2024-06-12T05:27:02.144" v="1099" actId="478"/>
          <ac:graphicFrameMkLst>
            <pc:docMk/>
            <pc:sldMk cId="1527386939" sldId="261"/>
            <ac:graphicFrameMk id="4" creationId="{5A839DA0-FCCD-084E-87E3-CCD098AB7F71}"/>
          </ac:graphicFrameMkLst>
        </pc:graphicFrameChg>
        <pc:graphicFrameChg chg="del">
          <ac:chgData name="Kai Jackson" userId="c48f07d815f89fe7" providerId="LiveId" clId="{08913085-C8AD-403E-80E4-CBE2F19D14BE}" dt="2024-06-12T05:26:59.181" v="1097" actId="478"/>
          <ac:graphicFrameMkLst>
            <pc:docMk/>
            <pc:sldMk cId="1527386939" sldId="261"/>
            <ac:graphicFrameMk id="6" creationId="{DB23E567-BDB1-4E6F-9EA8-3E4297461AEE}"/>
          </ac:graphicFrameMkLst>
        </pc:graphicFrameChg>
        <pc:picChg chg="add del mod">
          <ac:chgData name="Kai Jackson" userId="c48f07d815f89fe7" providerId="LiveId" clId="{08913085-C8AD-403E-80E4-CBE2F19D14BE}" dt="2024-06-15T10:56:35.170" v="3362" actId="478"/>
          <ac:picMkLst>
            <pc:docMk/>
            <pc:sldMk cId="1527386939" sldId="261"/>
            <ac:picMk id="5" creationId="{3CED3223-A576-6AB6-13E5-C8262385A0C2}"/>
          </ac:picMkLst>
        </pc:picChg>
        <pc:picChg chg="add mod">
          <ac:chgData name="Kai Jackson" userId="c48f07d815f89fe7" providerId="LiveId" clId="{08913085-C8AD-403E-80E4-CBE2F19D14BE}" dt="2024-06-16T04:55:04.570" v="4054" actId="1076"/>
          <ac:picMkLst>
            <pc:docMk/>
            <pc:sldMk cId="1527386939" sldId="261"/>
            <ac:picMk id="6" creationId="{FD586520-A67E-CE47-D0BB-D306156F69A0}"/>
          </ac:picMkLst>
        </pc:picChg>
        <pc:picChg chg="add mod">
          <ac:chgData name="Kai Jackson" userId="c48f07d815f89fe7" providerId="LiveId" clId="{08913085-C8AD-403E-80E4-CBE2F19D14BE}" dt="2024-06-16T04:51:16.346" v="4025"/>
          <ac:picMkLst>
            <pc:docMk/>
            <pc:sldMk cId="1527386939" sldId="261"/>
            <ac:picMk id="9" creationId="{FD565DFA-5FCD-98ED-34C8-0B63A9969AC5}"/>
          </ac:picMkLst>
        </pc:picChg>
        <pc:picChg chg="add mod">
          <ac:chgData name="Kai Jackson" userId="c48f07d815f89fe7" providerId="LiveId" clId="{08913085-C8AD-403E-80E4-CBE2F19D14BE}" dt="2024-06-16T04:55:09.856" v="4055" actId="1076"/>
          <ac:picMkLst>
            <pc:docMk/>
            <pc:sldMk cId="1527386939" sldId="261"/>
            <ac:picMk id="11" creationId="{16121CA6-E010-45EF-CCAA-D334663884DF}"/>
          </ac:picMkLst>
        </pc:picChg>
        <pc:picChg chg="add del mod">
          <ac:chgData name="Kai Jackson" userId="c48f07d815f89fe7" providerId="LiveId" clId="{08913085-C8AD-403E-80E4-CBE2F19D14BE}" dt="2024-06-12T05:28:13.208" v="1109" actId="478"/>
          <ac:picMkLst>
            <pc:docMk/>
            <pc:sldMk cId="1527386939" sldId="261"/>
            <ac:picMk id="11" creationId="{A6C140F3-E717-A916-FE02-1C1A196BBD7E}"/>
          </ac:picMkLst>
        </pc:picChg>
        <pc:picChg chg="add del mod">
          <ac:chgData name="Kai Jackson" userId="c48f07d815f89fe7" providerId="LiveId" clId="{08913085-C8AD-403E-80E4-CBE2F19D14BE}" dt="2024-06-12T05:38:34.048" v="1129" actId="478"/>
          <ac:picMkLst>
            <pc:docMk/>
            <pc:sldMk cId="1527386939" sldId="261"/>
            <ac:picMk id="13" creationId="{DFB8B49E-F973-B879-ECF6-67408B3113B8}"/>
          </ac:picMkLst>
        </pc:picChg>
        <pc:picChg chg="add del mod">
          <ac:chgData name="Kai Jackson" userId="c48f07d815f89fe7" providerId="LiveId" clId="{08913085-C8AD-403E-80E4-CBE2F19D14BE}" dt="2024-06-12T05:31:46.810" v="1124" actId="478"/>
          <ac:picMkLst>
            <pc:docMk/>
            <pc:sldMk cId="1527386939" sldId="261"/>
            <ac:picMk id="15" creationId="{6A165B15-7E01-04A2-EB78-67034D728924}"/>
          </ac:picMkLst>
        </pc:picChg>
        <pc:picChg chg="add del mod">
          <ac:chgData name="Kai Jackson" userId="c48f07d815f89fe7" providerId="LiveId" clId="{08913085-C8AD-403E-80E4-CBE2F19D14BE}" dt="2024-06-13T08:12:05.324" v="2295" actId="478"/>
          <ac:picMkLst>
            <pc:docMk/>
            <pc:sldMk cId="1527386939" sldId="261"/>
            <ac:picMk id="17" creationId="{2CD98690-919C-55C3-5188-E04132459E1A}"/>
          </ac:picMkLst>
        </pc:picChg>
        <pc:picChg chg="add del mod">
          <ac:chgData name="Kai Jackson" userId="c48f07d815f89fe7" providerId="LiveId" clId="{08913085-C8AD-403E-80E4-CBE2F19D14BE}" dt="2024-06-16T04:54:39.204" v="4051" actId="478"/>
          <ac:picMkLst>
            <pc:docMk/>
            <pc:sldMk cId="1527386939" sldId="261"/>
            <ac:picMk id="20" creationId="{3A178A0E-8F25-20A1-0400-1548481BF0ED}"/>
          </ac:picMkLst>
        </pc:picChg>
        <pc:picChg chg="add del mod">
          <ac:chgData name="Kai Jackson" userId="c48f07d815f89fe7" providerId="LiveId" clId="{08913085-C8AD-403E-80E4-CBE2F19D14BE}" dt="2024-06-16T03:13:30.320" v="3560" actId="478"/>
          <ac:picMkLst>
            <pc:docMk/>
            <pc:sldMk cId="1527386939" sldId="261"/>
            <ac:picMk id="1026" creationId="{7BCA42B8-48C6-8CE1-C065-1569AFCE28C6}"/>
          </ac:picMkLst>
        </pc:picChg>
      </pc:sldChg>
      <pc:sldChg chg="del">
        <pc:chgData name="Kai Jackson" userId="c48f07d815f89fe7" providerId="LiveId" clId="{08913085-C8AD-403E-80E4-CBE2F19D14BE}" dt="2024-06-13T04:02:24.504" v="1687" actId="47"/>
        <pc:sldMkLst>
          <pc:docMk/>
          <pc:sldMk cId="700209266" sldId="264"/>
        </pc:sldMkLst>
      </pc:sldChg>
      <pc:sldChg chg="del">
        <pc:chgData name="Kai Jackson" userId="c48f07d815f89fe7" providerId="LiveId" clId="{08913085-C8AD-403E-80E4-CBE2F19D14BE}" dt="2024-06-13T04:02:20.920" v="1686" actId="47"/>
        <pc:sldMkLst>
          <pc:docMk/>
          <pc:sldMk cId="2563119616" sldId="265"/>
        </pc:sldMkLst>
      </pc:sldChg>
      <pc:sldChg chg="del">
        <pc:chgData name="Kai Jackson" userId="c48f07d815f89fe7" providerId="LiveId" clId="{08913085-C8AD-403E-80E4-CBE2F19D14BE}" dt="2024-06-13T04:19:31.629" v="1867" actId="47"/>
        <pc:sldMkLst>
          <pc:docMk/>
          <pc:sldMk cId="2721508595" sldId="266"/>
        </pc:sldMkLst>
      </pc:sldChg>
      <pc:sldChg chg="addSp delSp modSp del mod setBg">
        <pc:chgData name="Kai Jackson" userId="c48f07d815f89fe7" providerId="LiveId" clId="{08913085-C8AD-403E-80E4-CBE2F19D14BE}" dt="2024-06-16T07:21:03.303" v="4463" actId="47"/>
        <pc:sldMkLst>
          <pc:docMk/>
          <pc:sldMk cId="445070695" sldId="267"/>
        </pc:sldMkLst>
        <pc:spChg chg="mod">
          <ac:chgData name="Kai Jackson" userId="c48f07d815f89fe7" providerId="LiveId" clId="{08913085-C8AD-403E-80E4-CBE2F19D14BE}" dt="2024-06-16T05:15:19.368" v="4177" actId="1076"/>
          <ac:spMkLst>
            <pc:docMk/>
            <pc:sldMk cId="445070695" sldId="267"/>
            <ac:spMk id="2" creationId="{42D1A202-23A3-4F3A-AA92-0172C8D2DA06}"/>
          </ac:spMkLst>
        </pc:spChg>
        <pc:spChg chg="mod">
          <ac:chgData name="Kai Jackson" userId="c48f07d815f89fe7" providerId="LiveId" clId="{08913085-C8AD-403E-80E4-CBE2F19D14BE}" dt="2024-06-16T05:15:26.733" v="4179" actId="14100"/>
          <ac:spMkLst>
            <pc:docMk/>
            <pc:sldMk cId="445070695" sldId="267"/>
            <ac:spMk id="3" creationId="{7B943E7C-A74D-4CB3-844B-51917C88C95F}"/>
          </ac:spMkLst>
        </pc:spChg>
        <pc:spChg chg="del">
          <ac:chgData name="Kai Jackson" userId="c48f07d815f89fe7" providerId="LiveId" clId="{08913085-C8AD-403E-80E4-CBE2F19D14BE}" dt="2024-06-16T05:14:00.022" v="4167" actId="478"/>
          <ac:spMkLst>
            <pc:docMk/>
            <pc:sldMk cId="445070695" sldId="267"/>
            <ac:spMk id="4" creationId="{3A738329-E174-7440-8FD5-179A15324C63}"/>
          </ac:spMkLst>
        </pc:spChg>
        <pc:spChg chg="del">
          <ac:chgData name="Kai Jackson" userId="c48f07d815f89fe7" providerId="LiveId" clId="{08913085-C8AD-403E-80E4-CBE2F19D14BE}" dt="2024-06-13T04:20:00.863" v="1880" actId="478"/>
          <ac:spMkLst>
            <pc:docMk/>
            <pc:sldMk cId="445070695" sldId="267"/>
            <ac:spMk id="5" creationId="{03FD8152-D9C3-204A-9444-45CD4F180EB4}"/>
          </ac:spMkLst>
        </pc:spChg>
        <pc:spChg chg="add mod">
          <ac:chgData name="Kai Jackson" userId="c48f07d815f89fe7" providerId="LiveId" clId="{08913085-C8AD-403E-80E4-CBE2F19D14BE}" dt="2024-06-16T07:15:10.238" v="4408" actId="1076"/>
          <ac:spMkLst>
            <pc:docMk/>
            <pc:sldMk cId="445070695" sldId="267"/>
            <ac:spMk id="7" creationId="{2D041AA9-68A4-7688-8377-BA7F797E41C1}"/>
          </ac:spMkLst>
        </pc:spChg>
        <pc:spChg chg="add mod">
          <ac:chgData name="Kai Jackson" userId="c48f07d815f89fe7" providerId="LiveId" clId="{08913085-C8AD-403E-80E4-CBE2F19D14BE}" dt="2024-06-15T08:51:37.577" v="2876"/>
          <ac:spMkLst>
            <pc:docMk/>
            <pc:sldMk cId="445070695" sldId="267"/>
            <ac:spMk id="8" creationId="{4DEAF77C-155A-CB5E-A954-F90CB94AC08A}"/>
          </ac:spMkLst>
        </pc:spChg>
        <pc:spChg chg="add mod">
          <ac:chgData name="Kai Jackson" userId="c48f07d815f89fe7" providerId="LiveId" clId="{08913085-C8AD-403E-80E4-CBE2F19D14BE}" dt="2024-06-16T07:15:12.457" v="4409" actId="1076"/>
          <ac:spMkLst>
            <pc:docMk/>
            <pc:sldMk cId="445070695" sldId="267"/>
            <ac:spMk id="9" creationId="{47326AF7-EE1E-4E56-2954-375992CDB00D}"/>
          </ac:spMkLst>
        </pc:spChg>
        <pc:spChg chg="add mod">
          <ac:chgData name="Kai Jackson" userId="c48f07d815f89fe7" providerId="LiveId" clId="{08913085-C8AD-403E-80E4-CBE2F19D14BE}" dt="2024-06-16T07:15:16.419" v="4410" actId="1076"/>
          <ac:spMkLst>
            <pc:docMk/>
            <pc:sldMk cId="445070695" sldId="267"/>
            <ac:spMk id="11" creationId="{CAD8D0BF-B7B1-46D1-D4C5-17F299BF6977}"/>
          </ac:spMkLst>
        </pc:spChg>
        <pc:spChg chg="add mod">
          <ac:chgData name="Kai Jackson" userId="c48f07d815f89fe7" providerId="LiveId" clId="{08913085-C8AD-403E-80E4-CBE2F19D14BE}" dt="2024-06-15T08:53:41.323" v="2907" actId="571"/>
          <ac:spMkLst>
            <pc:docMk/>
            <pc:sldMk cId="445070695" sldId="267"/>
            <ac:spMk id="12" creationId="{AD79070F-85FA-5FB3-8D9E-C7C24F52EAAD}"/>
          </ac:spMkLst>
        </pc:spChg>
        <pc:graphicFrameChg chg="add del modGraphic">
          <ac:chgData name="Kai Jackson" userId="c48f07d815f89fe7" providerId="LiveId" clId="{08913085-C8AD-403E-80E4-CBE2F19D14BE}" dt="2024-06-16T07:10:11.049" v="4400" actId="478"/>
          <ac:graphicFrameMkLst>
            <pc:docMk/>
            <pc:sldMk cId="445070695" sldId="267"/>
            <ac:graphicFrameMk id="22" creationId="{9BF4E8A8-A8E3-A397-9F47-D054A61E073D}"/>
          </ac:graphicFrameMkLst>
        </pc:graphicFrameChg>
        <pc:graphicFrameChg chg="add mod modGraphic">
          <ac:chgData name="Kai Jackson" userId="c48f07d815f89fe7" providerId="LiveId" clId="{08913085-C8AD-403E-80E4-CBE2F19D14BE}" dt="2024-06-16T07:17:18.698" v="4415"/>
          <ac:graphicFrameMkLst>
            <pc:docMk/>
            <pc:sldMk cId="445070695" sldId="267"/>
            <ac:graphicFrameMk id="23" creationId="{230149D0-6820-0FDC-1D45-D15636784B8C}"/>
          </ac:graphicFrameMkLst>
        </pc:graphicFrameChg>
        <pc:picChg chg="add mod">
          <ac:chgData name="Kai Jackson" userId="c48f07d815f89fe7" providerId="LiveId" clId="{08913085-C8AD-403E-80E4-CBE2F19D14BE}" dt="2024-06-16T04:45:33.475" v="4009"/>
          <ac:picMkLst>
            <pc:docMk/>
            <pc:sldMk cId="445070695" sldId="267"/>
            <ac:picMk id="14" creationId="{4FB71BB3-879E-8F3A-DC6E-D081F6F0AE1E}"/>
          </ac:picMkLst>
        </pc:picChg>
        <pc:picChg chg="add del mod">
          <ac:chgData name="Kai Jackson" userId="c48f07d815f89fe7" providerId="LiveId" clId="{08913085-C8AD-403E-80E4-CBE2F19D14BE}" dt="2024-06-16T04:52:33.724" v="4040" actId="478"/>
          <ac:picMkLst>
            <pc:docMk/>
            <pc:sldMk cId="445070695" sldId="267"/>
            <ac:picMk id="16" creationId="{1EDB4305-3881-9865-C599-7E43D9DCB425}"/>
          </ac:picMkLst>
        </pc:picChg>
        <pc:picChg chg="add mod">
          <ac:chgData name="Kai Jackson" userId="c48f07d815f89fe7" providerId="LiveId" clId="{08913085-C8AD-403E-80E4-CBE2F19D14BE}" dt="2024-06-16T05:15:36.415" v="4183" actId="1076"/>
          <ac:picMkLst>
            <pc:docMk/>
            <pc:sldMk cId="445070695" sldId="267"/>
            <ac:picMk id="18" creationId="{1637044B-D606-5359-E1B4-00F8C7313249}"/>
          </ac:picMkLst>
        </pc:picChg>
        <pc:picChg chg="add mod">
          <ac:chgData name="Kai Jackson" userId="c48f07d815f89fe7" providerId="LiveId" clId="{08913085-C8AD-403E-80E4-CBE2F19D14BE}" dt="2024-06-16T05:15:57.250" v="4190" actId="1076"/>
          <ac:picMkLst>
            <pc:docMk/>
            <pc:sldMk cId="445070695" sldId="267"/>
            <ac:picMk id="20" creationId="{AE2A3EB0-05F1-4850-4B3A-D81166A45386}"/>
          </ac:picMkLst>
        </pc:picChg>
        <pc:picChg chg="add mod">
          <ac:chgData name="Kai Jackson" userId="c48f07d815f89fe7" providerId="LiveId" clId="{08913085-C8AD-403E-80E4-CBE2F19D14BE}" dt="2024-06-16T07:07:24.136" v="4398" actId="1076"/>
          <ac:picMkLst>
            <pc:docMk/>
            <pc:sldMk cId="445070695" sldId="267"/>
            <ac:picMk id="21" creationId="{04DBC1FB-918D-2EB9-AE32-64DD105B183C}"/>
          </ac:picMkLst>
        </pc:picChg>
      </pc:sldChg>
      <pc:sldChg chg="del">
        <pc:chgData name="Kai Jackson" userId="c48f07d815f89fe7" providerId="LiveId" clId="{08913085-C8AD-403E-80E4-CBE2F19D14BE}" dt="2024-06-13T04:02:26.217" v="1688" actId="47"/>
        <pc:sldMkLst>
          <pc:docMk/>
          <pc:sldMk cId="3396266754" sldId="269"/>
        </pc:sldMkLst>
      </pc:sldChg>
      <pc:sldChg chg="del">
        <pc:chgData name="Kai Jackson" userId="c48f07d815f89fe7" providerId="LiveId" clId="{08913085-C8AD-403E-80E4-CBE2F19D14BE}" dt="2024-06-13T04:19:33.572" v="1868" actId="47"/>
        <pc:sldMkLst>
          <pc:docMk/>
          <pc:sldMk cId="932498405" sldId="270"/>
        </pc:sldMkLst>
      </pc:sldChg>
      <pc:sldChg chg="del">
        <pc:chgData name="Kai Jackson" userId="c48f07d815f89fe7" providerId="LiveId" clId="{08913085-C8AD-403E-80E4-CBE2F19D14BE}" dt="2024-06-13T04:02:28.939" v="1689" actId="47"/>
        <pc:sldMkLst>
          <pc:docMk/>
          <pc:sldMk cId="3335690284" sldId="271"/>
        </pc:sldMkLst>
      </pc:sldChg>
      <pc:sldChg chg="addSp delSp modSp del mod setBg modShow">
        <pc:chgData name="Kai Jackson" userId="c48f07d815f89fe7" providerId="LiveId" clId="{08913085-C8AD-403E-80E4-CBE2F19D14BE}" dt="2024-06-16T04:49:03.243" v="4023" actId="2696"/>
        <pc:sldMkLst>
          <pc:docMk/>
          <pc:sldMk cId="2639983765" sldId="273"/>
        </pc:sldMkLst>
        <pc:spChg chg="mod">
          <ac:chgData name="Kai Jackson" userId="c48f07d815f89fe7" providerId="LiveId" clId="{08913085-C8AD-403E-80E4-CBE2F19D14BE}" dt="2024-06-13T04:05:08.076" v="1761"/>
          <ac:spMkLst>
            <pc:docMk/>
            <pc:sldMk cId="2639983765" sldId="273"/>
            <ac:spMk id="2" creationId="{33AF65A7-995A-9F45-891C-82D9B9D40801}"/>
          </ac:spMkLst>
        </pc:spChg>
        <pc:spChg chg="del">
          <ac:chgData name="Kai Jackson" userId="c48f07d815f89fe7" providerId="LiveId" clId="{08913085-C8AD-403E-80E4-CBE2F19D14BE}" dt="2024-06-16T02:24:09.188" v="3477" actId="478"/>
          <ac:spMkLst>
            <pc:docMk/>
            <pc:sldMk cId="2639983765" sldId="273"/>
            <ac:spMk id="3" creationId="{8D3F7063-A64B-CB42-8BBF-BF52424269A8}"/>
          </ac:spMkLst>
        </pc:spChg>
        <pc:spChg chg="del">
          <ac:chgData name="Kai Jackson" userId="c48f07d815f89fe7" providerId="LiveId" clId="{08913085-C8AD-403E-80E4-CBE2F19D14BE}" dt="2024-06-13T04:05:14.883" v="1764" actId="478"/>
          <ac:spMkLst>
            <pc:docMk/>
            <pc:sldMk cId="2639983765" sldId="273"/>
            <ac:spMk id="4" creationId="{6E4EA976-8646-0143-BA18-8675E6FA5EB7}"/>
          </ac:spMkLst>
        </pc:spChg>
        <pc:spChg chg="del">
          <ac:chgData name="Kai Jackson" userId="c48f07d815f89fe7" providerId="LiveId" clId="{08913085-C8AD-403E-80E4-CBE2F19D14BE}" dt="2024-06-13T04:05:10.304" v="1762" actId="478"/>
          <ac:spMkLst>
            <pc:docMk/>
            <pc:sldMk cId="2639983765" sldId="273"/>
            <ac:spMk id="7" creationId="{E178654B-08C9-4C41-8BEC-DFB720245862}"/>
          </ac:spMkLst>
        </pc:spChg>
        <pc:spChg chg="add del mod">
          <ac:chgData name="Kai Jackson" userId="c48f07d815f89fe7" providerId="LiveId" clId="{08913085-C8AD-403E-80E4-CBE2F19D14BE}" dt="2024-06-13T04:05:12.889" v="1763" actId="478"/>
          <ac:spMkLst>
            <pc:docMk/>
            <pc:sldMk cId="2639983765" sldId="273"/>
            <ac:spMk id="8" creationId="{5F899249-3594-3E11-91D0-9287EE965528}"/>
          </ac:spMkLst>
        </pc:spChg>
        <pc:spChg chg="mod">
          <ac:chgData name="Kai Jackson" userId="c48f07d815f89fe7" providerId="LiveId" clId="{08913085-C8AD-403E-80E4-CBE2F19D14BE}" dt="2024-06-13T04:13:41.732" v="1818" actId="207"/>
          <ac:spMkLst>
            <pc:docMk/>
            <pc:sldMk cId="2639983765" sldId="273"/>
            <ac:spMk id="13" creationId="{6118A1B7-08BA-6B43-BBA8-952377DF944D}"/>
          </ac:spMkLst>
        </pc:spChg>
        <pc:spChg chg="mod">
          <ac:chgData name="Kai Jackson" userId="c48f07d815f89fe7" providerId="LiveId" clId="{08913085-C8AD-403E-80E4-CBE2F19D14BE}" dt="2024-06-13T04:13:35.432" v="1817" actId="207"/>
          <ac:spMkLst>
            <pc:docMk/>
            <pc:sldMk cId="2639983765" sldId="273"/>
            <ac:spMk id="14" creationId="{A1F17760-D90A-AB46-A4E0-31B2684E3F5E}"/>
          </ac:spMkLst>
        </pc:spChg>
      </pc:sldChg>
      <pc:sldChg chg="addSp modSp mod">
        <pc:chgData name="Kai Jackson" userId="c48f07d815f89fe7" providerId="LiveId" clId="{08913085-C8AD-403E-80E4-CBE2F19D14BE}" dt="2024-06-24T05:12:12.786" v="5380" actId="20577"/>
        <pc:sldMkLst>
          <pc:docMk/>
          <pc:sldMk cId="926184573" sldId="275"/>
        </pc:sldMkLst>
        <pc:spChg chg="mod">
          <ac:chgData name="Kai Jackson" userId="c48f07d815f89fe7" providerId="LiveId" clId="{08913085-C8AD-403E-80E4-CBE2F19D14BE}" dt="2024-06-24T05:12:12.786" v="5380" actId="20577"/>
          <ac:spMkLst>
            <pc:docMk/>
            <pc:sldMk cId="926184573" sldId="275"/>
            <ac:spMk id="2" creationId="{69FAE308-3076-43DB-B834-DA0B0AE19AF9}"/>
          </ac:spMkLst>
        </pc:spChg>
        <pc:spChg chg="mod">
          <ac:chgData name="Kai Jackson" userId="c48f07d815f89fe7" providerId="LiveId" clId="{08913085-C8AD-403E-80E4-CBE2F19D14BE}" dt="2024-06-23T03:39:37.126" v="5350" actId="1076"/>
          <ac:spMkLst>
            <pc:docMk/>
            <pc:sldMk cId="926184573" sldId="275"/>
            <ac:spMk id="3" creationId="{BABC2CE0-8806-4B2A-A10A-32984D317434}"/>
          </ac:spMkLst>
        </pc:spChg>
        <pc:picChg chg="add mod">
          <ac:chgData name="Kai Jackson" userId="c48f07d815f89fe7" providerId="LiveId" clId="{08913085-C8AD-403E-80E4-CBE2F19D14BE}" dt="2024-06-23T03:39:37.126" v="5350" actId="1076"/>
          <ac:picMkLst>
            <pc:docMk/>
            <pc:sldMk cId="926184573" sldId="275"/>
            <ac:picMk id="4" creationId="{C6691031-23EC-FC53-5AAA-41EE00DE43D1}"/>
          </ac:picMkLst>
        </pc:picChg>
        <pc:picChg chg="add mod">
          <ac:chgData name="Kai Jackson" userId="c48f07d815f89fe7" providerId="LiveId" clId="{08913085-C8AD-403E-80E4-CBE2F19D14BE}" dt="2024-06-16T07:36:36.198" v="4527" actId="1076"/>
          <ac:picMkLst>
            <pc:docMk/>
            <pc:sldMk cId="926184573" sldId="275"/>
            <ac:picMk id="6" creationId="{665B5211-A97A-17F0-E098-40FBCB3B9378}"/>
          </ac:picMkLst>
        </pc:picChg>
      </pc:sldChg>
      <pc:sldChg chg="addSp delSp modSp add del mod">
        <pc:chgData name="Kai Jackson" userId="c48f07d815f89fe7" providerId="LiveId" clId="{08913085-C8AD-403E-80E4-CBE2F19D14BE}" dt="2024-06-12T03:43:11.561" v="746" actId="47"/>
        <pc:sldMkLst>
          <pc:docMk/>
          <pc:sldMk cId="3256638197" sldId="276"/>
        </pc:sldMkLst>
        <pc:spChg chg="mod">
          <ac:chgData name="Kai Jackson" userId="c48f07d815f89fe7" providerId="LiveId" clId="{08913085-C8AD-403E-80E4-CBE2F19D14BE}" dt="2024-06-12T03:21:05.834" v="543" actId="20577"/>
          <ac:spMkLst>
            <pc:docMk/>
            <pc:sldMk cId="3256638197" sldId="276"/>
            <ac:spMk id="2" creationId="{912DF434-28DB-4621-A497-D62C41CE0419}"/>
          </ac:spMkLst>
        </pc:spChg>
        <pc:spChg chg="mod">
          <ac:chgData name="Kai Jackson" userId="c48f07d815f89fe7" providerId="LiveId" clId="{08913085-C8AD-403E-80E4-CBE2F19D14BE}" dt="2024-06-12T03:35:53.144" v="709" actId="108"/>
          <ac:spMkLst>
            <pc:docMk/>
            <pc:sldMk cId="3256638197" sldId="276"/>
            <ac:spMk id="3" creationId="{22788C46-D0BC-4307-AE55-7601A139E7CB}"/>
          </ac:spMkLst>
        </pc:spChg>
        <pc:spChg chg="add del">
          <ac:chgData name="Kai Jackson" userId="c48f07d815f89fe7" providerId="LiveId" clId="{08913085-C8AD-403E-80E4-CBE2F19D14BE}" dt="2024-06-12T03:27:19.923" v="697" actId="478"/>
          <ac:spMkLst>
            <pc:docMk/>
            <pc:sldMk cId="3256638197" sldId="276"/>
            <ac:spMk id="9" creationId="{7594857A-71E1-32EC-63E1-664BE6D892C4}"/>
          </ac:spMkLst>
        </pc:spChg>
        <pc:graphicFrameChg chg="add mod">
          <ac:chgData name="Kai Jackson" userId="c48f07d815f89fe7" providerId="LiveId" clId="{08913085-C8AD-403E-80E4-CBE2F19D14BE}" dt="2024-06-12T03:38:16.671" v="710"/>
          <ac:graphicFrameMkLst>
            <pc:docMk/>
            <pc:sldMk cId="3256638197" sldId="276"/>
            <ac:graphicFrameMk id="10" creationId="{72301E94-F551-215A-4E60-7BC7DBDCD5D6}"/>
          </ac:graphicFrameMkLst>
        </pc:graphicFrameChg>
        <pc:graphicFrameChg chg="add del mod modGraphic">
          <ac:chgData name="Kai Jackson" userId="c48f07d815f89fe7" providerId="LiveId" clId="{08913085-C8AD-403E-80E4-CBE2F19D14BE}" dt="2024-06-12T03:39:11.244" v="717" actId="478"/>
          <ac:graphicFrameMkLst>
            <pc:docMk/>
            <pc:sldMk cId="3256638197" sldId="276"/>
            <ac:graphicFrameMk id="11" creationId="{D521E932-FB3E-7C9B-C721-5B2680EFDC16}"/>
          </ac:graphicFrameMkLst>
        </pc:graphicFrameChg>
        <pc:graphicFrameChg chg="add mod">
          <ac:chgData name="Kai Jackson" userId="c48f07d815f89fe7" providerId="LiveId" clId="{08913085-C8AD-403E-80E4-CBE2F19D14BE}" dt="2024-06-12T03:39:12.263" v="718"/>
          <ac:graphicFrameMkLst>
            <pc:docMk/>
            <pc:sldMk cId="3256638197" sldId="276"/>
            <ac:graphicFrameMk id="12" creationId="{B00AEAE9-D544-920D-7ED5-DCAD22032D25}"/>
          </ac:graphicFrameMkLst>
        </pc:graphicFrameChg>
        <pc:graphicFrameChg chg="add mod modGraphic">
          <ac:chgData name="Kai Jackson" userId="c48f07d815f89fe7" providerId="LiveId" clId="{08913085-C8AD-403E-80E4-CBE2F19D14BE}" dt="2024-06-12T03:40:13.424" v="735" actId="1076"/>
          <ac:graphicFrameMkLst>
            <pc:docMk/>
            <pc:sldMk cId="3256638197" sldId="276"/>
            <ac:graphicFrameMk id="13" creationId="{0B5A134C-A6F7-886C-9D99-FFF5A53F02F9}"/>
          </ac:graphicFrameMkLst>
        </pc:graphicFrameChg>
        <pc:picChg chg="add mod">
          <ac:chgData name="Kai Jackson" userId="c48f07d815f89fe7" providerId="LiveId" clId="{08913085-C8AD-403E-80E4-CBE2F19D14BE}" dt="2024-06-12T03:27:47.919" v="701" actId="1076"/>
          <ac:picMkLst>
            <pc:docMk/>
            <pc:sldMk cId="3256638197" sldId="276"/>
            <ac:picMk id="7" creationId="{A08D05C9-9081-59BF-2F9C-B837C288752E}"/>
          </ac:picMkLst>
        </pc:picChg>
        <pc:picChg chg="del">
          <ac:chgData name="Kai Jackson" userId="c48f07d815f89fe7" providerId="LiveId" clId="{08913085-C8AD-403E-80E4-CBE2F19D14BE}" dt="2024-06-12T03:23:01.472" v="550" actId="478"/>
          <ac:picMkLst>
            <pc:docMk/>
            <pc:sldMk cId="3256638197" sldId="276"/>
            <ac:picMk id="8" creationId="{251830EC-9940-12C6-0065-BCAC02540769}"/>
          </ac:picMkLst>
        </pc:picChg>
        <pc:picChg chg="del">
          <ac:chgData name="Kai Jackson" userId="c48f07d815f89fe7" providerId="LiveId" clId="{08913085-C8AD-403E-80E4-CBE2F19D14BE}" dt="2024-06-12T03:23:02.021" v="551" actId="478"/>
          <ac:picMkLst>
            <pc:docMk/>
            <pc:sldMk cId="3256638197" sldId="276"/>
            <ac:picMk id="14" creationId="{5E193E1D-6D5F-B51A-BC2F-43F70ECE2E5C}"/>
          </ac:picMkLst>
        </pc:picChg>
        <pc:picChg chg="del">
          <ac:chgData name="Kai Jackson" userId="c48f07d815f89fe7" providerId="LiveId" clId="{08913085-C8AD-403E-80E4-CBE2F19D14BE}" dt="2024-06-12T03:23:02.434" v="552" actId="478"/>
          <ac:picMkLst>
            <pc:docMk/>
            <pc:sldMk cId="3256638197" sldId="276"/>
            <ac:picMk id="16" creationId="{B5642E76-C05F-DF0C-EF41-1DE1BD2ABE68}"/>
          </ac:picMkLst>
        </pc:picChg>
        <pc:picChg chg="del">
          <ac:chgData name="Kai Jackson" userId="c48f07d815f89fe7" providerId="LiveId" clId="{08913085-C8AD-403E-80E4-CBE2F19D14BE}" dt="2024-06-12T03:23:02.982" v="553" actId="478"/>
          <ac:picMkLst>
            <pc:docMk/>
            <pc:sldMk cId="3256638197" sldId="276"/>
            <ac:picMk id="20" creationId="{7A9741B9-F417-37DF-5D3A-DADDA6792B0F}"/>
          </ac:picMkLst>
        </pc:picChg>
        <pc:picChg chg="del">
          <ac:chgData name="Kai Jackson" userId="c48f07d815f89fe7" providerId="LiveId" clId="{08913085-C8AD-403E-80E4-CBE2F19D14BE}" dt="2024-06-12T03:21:10.327" v="544" actId="478"/>
          <ac:picMkLst>
            <pc:docMk/>
            <pc:sldMk cId="3256638197" sldId="276"/>
            <ac:picMk id="28" creationId="{87428908-EBFC-4926-FA41-9BFDBB4881DC}"/>
          </ac:picMkLst>
        </pc:picChg>
      </pc:sldChg>
      <pc:sldChg chg="addSp delSp modSp new mod modClrScheme chgLayout">
        <pc:chgData name="Kai Jackson" userId="c48f07d815f89fe7" providerId="LiveId" clId="{08913085-C8AD-403E-80E4-CBE2F19D14BE}" dt="2024-06-23T03:17:08.845" v="5347" actId="20577"/>
        <pc:sldMkLst>
          <pc:docMk/>
          <pc:sldMk cId="791122496" sldId="277"/>
        </pc:sldMkLst>
        <pc:spChg chg="del mod ord">
          <ac:chgData name="Kai Jackson" userId="c48f07d815f89fe7" providerId="LiveId" clId="{08913085-C8AD-403E-80E4-CBE2F19D14BE}" dt="2024-06-12T03:40:39.868" v="737" actId="700"/>
          <ac:spMkLst>
            <pc:docMk/>
            <pc:sldMk cId="791122496" sldId="277"/>
            <ac:spMk id="2" creationId="{75E167AC-B52F-3D90-FEB1-0097F1492F40}"/>
          </ac:spMkLst>
        </pc:spChg>
        <pc:spChg chg="del mod ord">
          <ac:chgData name="Kai Jackson" userId="c48f07d815f89fe7" providerId="LiveId" clId="{08913085-C8AD-403E-80E4-CBE2F19D14BE}" dt="2024-06-12T03:40:39.868" v="737" actId="700"/>
          <ac:spMkLst>
            <pc:docMk/>
            <pc:sldMk cId="791122496" sldId="277"/>
            <ac:spMk id="3" creationId="{C245F342-D09A-8A0F-0C9E-74962563E67F}"/>
          </ac:spMkLst>
        </pc:spChg>
        <pc:spChg chg="del mod ord">
          <ac:chgData name="Kai Jackson" userId="c48f07d815f89fe7" providerId="LiveId" clId="{08913085-C8AD-403E-80E4-CBE2F19D14BE}" dt="2024-06-15T10:51:01.665" v="3357" actId="478"/>
          <ac:spMkLst>
            <pc:docMk/>
            <pc:sldMk cId="791122496" sldId="277"/>
            <ac:spMk id="4" creationId="{2F58C5EC-FF13-C288-8BF5-318C6923ACAB}"/>
          </ac:spMkLst>
        </pc:spChg>
        <pc:spChg chg="del mod ord">
          <ac:chgData name="Kai Jackson" userId="c48f07d815f89fe7" providerId="LiveId" clId="{08913085-C8AD-403E-80E4-CBE2F19D14BE}" dt="2024-06-12T03:43:16.339" v="747" actId="478"/>
          <ac:spMkLst>
            <pc:docMk/>
            <pc:sldMk cId="791122496" sldId="277"/>
            <ac:spMk id="5" creationId="{85750995-21D4-42D8-9D89-93649223FC09}"/>
          </ac:spMkLst>
        </pc:spChg>
        <pc:spChg chg="mod ord">
          <ac:chgData name="Kai Jackson" userId="c48f07d815f89fe7" providerId="LiveId" clId="{08913085-C8AD-403E-80E4-CBE2F19D14BE}" dt="2024-06-12T03:40:39.868" v="737" actId="700"/>
          <ac:spMkLst>
            <pc:docMk/>
            <pc:sldMk cId="791122496" sldId="277"/>
            <ac:spMk id="6" creationId="{F56B0C53-5AD6-899A-8C34-1F0FB8DE1328}"/>
          </ac:spMkLst>
        </pc:spChg>
        <pc:spChg chg="add del mod ord">
          <ac:chgData name="Kai Jackson" userId="c48f07d815f89fe7" providerId="LiveId" clId="{08913085-C8AD-403E-80E4-CBE2F19D14BE}" dt="2024-06-12T03:42:51.936" v="739" actId="478"/>
          <ac:spMkLst>
            <pc:docMk/>
            <pc:sldMk cId="791122496" sldId="277"/>
            <ac:spMk id="7" creationId="{7D05487F-ACF9-BA3C-A5B5-CA01CE0F7FA7}"/>
          </ac:spMkLst>
        </pc:spChg>
        <pc:spChg chg="add del mod ord">
          <ac:chgData name="Kai Jackson" userId="c48f07d815f89fe7" providerId="LiveId" clId="{08913085-C8AD-403E-80E4-CBE2F19D14BE}" dt="2024-06-12T03:42:54.686" v="740" actId="478"/>
          <ac:spMkLst>
            <pc:docMk/>
            <pc:sldMk cId="791122496" sldId="277"/>
            <ac:spMk id="8" creationId="{84CCF353-AFB9-499E-64D3-A438CED12F36}"/>
          </ac:spMkLst>
        </pc:spChg>
        <pc:spChg chg="add mod">
          <ac:chgData name="Kai Jackson" userId="c48f07d815f89fe7" providerId="LiveId" clId="{08913085-C8AD-403E-80E4-CBE2F19D14BE}" dt="2024-06-12T03:42:49.695" v="738"/>
          <ac:spMkLst>
            <pc:docMk/>
            <pc:sldMk cId="791122496" sldId="277"/>
            <ac:spMk id="9" creationId="{D0E9572C-3AC2-3394-37DA-6C93250AE933}"/>
          </ac:spMkLst>
        </pc:spChg>
        <pc:spChg chg="add mod">
          <ac:chgData name="Kai Jackson" userId="c48f07d815f89fe7" providerId="LiveId" clId="{08913085-C8AD-403E-80E4-CBE2F19D14BE}" dt="2024-06-23T03:17:08.845" v="5347" actId="20577"/>
          <ac:spMkLst>
            <pc:docMk/>
            <pc:sldMk cId="791122496" sldId="277"/>
            <ac:spMk id="11" creationId="{AB5C63E5-80E8-1D1A-ABE5-7210D7C1BA46}"/>
          </ac:spMkLst>
        </pc:spChg>
        <pc:spChg chg="add mod">
          <ac:chgData name="Kai Jackson" userId="c48f07d815f89fe7" providerId="LiveId" clId="{08913085-C8AD-403E-80E4-CBE2F19D14BE}" dt="2024-06-12T03:43:06.524" v="744"/>
          <ac:spMkLst>
            <pc:docMk/>
            <pc:sldMk cId="791122496" sldId="277"/>
            <ac:spMk id="12" creationId="{9141550E-83D6-D3CD-EDED-C0A76A9F68CF}"/>
          </ac:spMkLst>
        </pc:spChg>
        <pc:spChg chg="add mod">
          <ac:chgData name="Kai Jackson" userId="c48f07d815f89fe7" providerId="LiveId" clId="{08913085-C8AD-403E-80E4-CBE2F19D14BE}" dt="2024-06-22T07:33:39.022" v="5328" actId="1076"/>
          <ac:spMkLst>
            <pc:docMk/>
            <pc:sldMk cId="791122496" sldId="277"/>
            <ac:spMk id="14" creationId="{35CBA323-A478-B8DA-6102-7DF64EC39402}"/>
          </ac:spMkLst>
        </pc:spChg>
        <pc:graphicFrameChg chg="add mod modGraphic">
          <ac:chgData name="Kai Jackson" userId="c48f07d815f89fe7" providerId="LiveId" clId="{08913085-C8AD-403E-80E4-CBE2F19D14BE}" dt="2024-06-16T04:09:21.685" v="3817" actId="207"/>
          <ac:graphicFrameMkLst>
            <pc:docMk/>
            <pc:sldMk cId="791122496" sldId="277"/>
            <ac:graphicFrameMk id="13" creationId="{396686B9-A861-91F5-3EC0-50D4BA8EC831}"/>
          </ac:graphicFrameMkLst>
        </pc:graphicFrameChg>
        <pc:picChg chg="add mod">
          <ac:chgData name="Kai Jackson" userId="c48f07d815f89fe7" providerId="LiveId" clId="{08913085-C8AD-403E-80E4-CBE2F19D14BE}" dt="2024-06-16T07:15:31.515" v="4411" actId="1076"/>
          <ac:picMkLst>
            <pc:docMk/>
            <pc:sldMk cId="791122496" sldId="277"/>
            <ac:picMk id="10" creationId="{B731D0DA-D1BB-19C8-85A4-11497390DA9B}"/>
          </ac:picMkLst>
        </pc:picChg>
        <pc:picChg chg="add mod">
          <ac:chgData name="Kai Jackson" userId="c48f07d815f89fe7" providerId="LiveId" clId="{08913085-C8AD-403E-80E4-CBE2F19D14BE}" dt="2024-06-12T04:23:42.624" v="1013" actId="1076"/>
          <ac:picMkLst>
            <pc:docMk/>
            <pc:sldMk cId="791122496" sldId="277"/>
            <ac:picMk id="16" creationId="{368DD88A-D6FB-60EB-B990-8E18A903D5D4}"/>
          </ac:picMkLst>
        </pc:picChg>
      </pc:sldChg>
      <pc:sldChg chg="addSp delSp modSp add del mod">
        <pc:chgData name="Kai Jackson" userId="c48f07d815f89fe7" providerId="LiveId" clId="{08913085-C8AD-403E-80E4-CBE2F19D14BE}" dt="2024-06-14T08:04:46.158" v="2484" actId="47"/>
        <pc:sldMkLst>
          <pc:docMk/>
          <pc:sldMk cId="2719406438" sldId="278"/>
        </pc:sldMkLst>
        <pc:spChg chg="add del">
          <ac:chgData name="Kai Jackson" userId="c48f07d815f89fe7" providerId="LiveId" clId="{08913085-C8AD-403E-80E4-CBE2F19D14BE}" dt="2024-06-13T08:10:14.157" v="2288" actId="22"/>
          <ac:spMkLst>
            <pc:docMk/>
            <pc:sldMk cId="2719406438" sldId="278"/>
            <ac:spMk id="4" creationId="{1CC60E1A-0EDB-B6F0-3F4E-F1F4E6C48B9B}"/>
          </ac:spMkLst>
        </pc:spChg>
        <pc:spChg chg="del">
          <ac:chgData name="Kai Jackson" userId="c48f07d815f89fe7" providerId="LiveId" clId="{08913085-C8AD-403E-80E4-CBE2F19D14BE}" dt="2024-06-12T07:48:48.421" v="1213" actId="478"/>
          <ac:spMkLst>
            <pc:docMk/>
            <pc:sldMk cId="2719406438" sldId="278"/>
            <ac:spMk id="5" creationId="{0A79A912-225F-BE40-9F3E-0255524448CD}"/>
          </ac:spMkLst>
        </pc:spChg>
        <pc:spChg chg="add del">
          <ac:chgData name="Kai Jackson" userId="c48f07d815f89fe7" providerId="LiveId" clId="{08913085-C8AD-403E-80E4-CBE2F19D14BE}" dt="2024-06-13T08:10:15.774" v="2290" actId="22"/>
          <ac:spMkLst>
            <pc:docMk/>
            <pc:sldMk cId="2719406438" sldId="278"/>
            <ac:spMk id="7" creationId="{5F53128A-0529-7BF5-B641-6FB0FB4EB1DE}"/>
          </ac:spMkLst>
        </pc:spChg>
        <pc:picChg chg="add del mod">
          <ac:chgData name="Kai Jackson" userId="c48f07d815f89fe7" providerId="LiveId" clId="{08913085-C8AD-403E-80E4-CBE2F19D14BE}" dt="2024-06-12T07:50:29.087" v="1217" actId="478"/>
          <ac:picMkLst>
            <pc:docMk/>
            <pc:sldMk cId="2719406438" sldId="278"/>
            <ac:picMk id="4" creationId="{D6D32488-F5EF-BED4-FAD4-DC5EF9F6DF39}"/>
          </ac:picMkLst>
        </pc:picChg>
        <pc:picChg chg="add del mod">
          <ac:chgData name="Kai Jackson" userId="c48f07d815f89fe7" providerId="LiveId" clId="{08913085-C8AD-403E-80E4-CBE2F19D14BE}" dt="2024-06-13T08:10:09.012" v="2286" actId="478"/>
          <ac:picMkLst>
            <pc:docMk/>
            <pc:sldMk cId="2719406438" sldId="278"/>
            <ac:picMk id="8" creationId="{D54CE091-5D20-EFFE-25E6-E8DEBB1EF4D4}"/>
          </ac:picMkLst>
        </pc:picChg>
        <pc:picChg chg="add del mod">
          <ac:chgData name="Kai Jackson" userId="c48f07d815f89fe7" providerId="LiveId" clId="{08913085-C8AD-403E-80E4-CBE2F19D14BE}" dt="2024-06-13T08:17:34.610" v="2304" actId="478"/>
          <ac:picMkLst>
            <pc:docMk/>
            <pc:sldMk cId="2719406438" sldId="278"/>
            <ac:picMk id="10" creationId="{17852D4F-39D4-F53E-9E30-7361D19F10C4}"/>
          </ac:picMkLst>
        </pc:picChg>
        <pc:picChg chg="del">
          <ac:chgData name="Kai Jackson" userId="c48f07d815f89fe7" providerId="LiveId" clId="{08913085-C8AD-403E-80E4-CBE2F19D14BE}" dt="2024-06-12T07:48:07.168" v="1208" actId="478"/>
          <ac:picMkLst>
            <pc:docMk/>
            <pc:sldMk cId="2719406438" sldId="278"/>
            <ac:picMk id="12" creationId="{9C24CE85-4BB1-AFF1-3500-5BAD1A4245BB}"/>
          </ac:picMkLst>
        </pc:picChg>
        <pc:picChg chg="add del mod">
          <ac:chgData name="Kai Jackson" userId="c48f07d815f89fe7" providerId="LiveId" clId="{08913085-C8AD-403E-80E4-CBE2F19D14BE}" dt="2024-06-13T08:18:25.883" v="2314" actId="478"/>
          <ac:picMkLst>
            <pc:docMk/>
            <pc:sldMk cId="2719406438" sldId="278"/>
            <ac:picMk id="12" creationId="{9FE67F97-5C22-F1AA-9A42-F3E7DFA935D6}"/>
          </ac:picMkLst>
        </pc:picChg>
        <pc:picChg chg="add mod">
          <ac:chgData name="Kai Jackson" userId="c48f07d815f89fe7" providerId="LiveId" clId="{08913085-C8AD-403E-80E4-CBE2F19D14BE}" dt="2024-06-13T08:18:29.016" v="2318" actId="14100"/>
          <ac:picMkLst>
            <pc:docMk/>
            <pc:sldMk cId="2719406438" sldId="278"/>
            <ac:picMk id="14" creationId="{9D9934C2-44D6-9785-825E-13D38E995810}"/>
          </ac:picMkLst>
        </pc:picChg>
      </pc:sldChg>
      <pc:sldChg chg="addSp delSp modSp add del mod">
        <pc:chgData name="Kai Jackson" userId="c48f07d815f89fe7" providerId="LiveId" clId="{08913085-C8AD-403E-80E4-CBE2F19D14BE}" dt="2024-06-15T08:16:09.833" v="2693" actId="47"/>
        <pc:sldMkLst>
          <pc:docMk/>
          <pc:sldMk cId="1794989709" sldId="279"/>
        </pc:sldMkLst>
        <pc:picChg chg="add del mod">
          <ac:chgData name="Kai Jackson" userId="c48f07d815f89fe7" providerId="LiveId" clId="{08913085-C8AD-403E-80E4-CBE2F19D14BE}" dt="2024-06-15T08:09:29.412" v="2660" actId="1076"/>
          <ac:picMkLst>
            <pc:docMk/>
            <pc:sldMk cId="1794989709" sldId="279"/>
            <ac:picMk id="4" creationId="{08F37290-8480-21A8-8CA7-AF9BC8A1C854}"/>
          </ac:picMkLst>
        </pc:picChg>
        <pc:picChg chg="add mod">
          <ac:chgData name="Kai Jackson" userId="c48f07d815f89fe7" providerId="LiveId" clId="{08913085-C8AD-403E-80E4-CBE2F19D14BE}" dt="2024-06-12T07:52:11.213" v="1236"/>
          <ac:picMkLst>
            <pc:docMk/>
            <pc:sldMk cId="1794989709" sldId="279"/>
            <ac:picMk id="7" creationId="{4849FFD7-A795-E4C4-51D6-91A985A637D7}"/>
          </ac:picMkLst>
        </pc:picChg>
        <pc:picChg chg="del">
          <ac:chgData name="Kai Jackson" userId="c48f07d815f89fe7" providerId="LiveId" clId="{08913085-C8AD-403E-80E4-CBE2F19D14BE}" dt="2024-06-12T07:51:13.703" v="1222" actId="478"/>
          <ac:picMkLst>
            <pc:docMk/>
            <pc:sldMk cId="1794989709" sldId="279"/>
            <ac:picMk id="8" creationId="{D54CE091-5D20-EFFE-25E6-E8DEBB1EF4D4}"/>
          </ac:picMkLst>
        </pc:picChg>
      </pc:sldChg>
      <pc:sldChg chg="addSp delSp modSp add del mod modShow">
        <pc:chgData name="Kai Jackson" userId="c48f07d815f89fe7" providerId="LiveId" clId="{08913085-C8AD-403E-80E4-CBE2F19D14BE}" dt="2024-06-16T04:42:26.927" v="3994" actId="2696"/>
        <pc:sldMkLst>
          <pc:docMk/>
          <pc:sldMk cId="149259229" sldId="280"/>
        </pc:sldMkLst>
        <pc:spChg chg="del">
          <ac:chgData name="Kai Jackson" userId="c48f07d815f89fe7" providerId="LiveId" clId="{08913085-C8AD-403E-80E4-CBE2F19D14BE}" dt="2024-06-16T02:24:16.414" v="3480" actId="478"/>
          <ac:spMkLst>
            <pc:docMk/>
            <pc:sldMk cId="149259229" sldId="280"/>
            <ac:spMk id="3" creationId="{4E809DF5-56B4-304A-8777-BB8576005AF2}"/>
          </ac:spMkLst>
        </pc:spChg>
        <pc:picChg chg="add mod">
          <ac:chgData name="Kai Jackson" userId="c48f07d815f89fe7" providerId="LiveId" clId="{08913085-C8AD-403E-80E4-CBE2F19D14BE}" dt="2024-06-13T08:39:09.863" v="2361" actId="962"/>
          <ac:picMkLst>
            <pc:docMk/>
            <pc:sldMk cId="149259229" sldId="280"/>
            <ac:picMk id="4" creationId="{73149F1F-4152-E0B5-30BA-50ECE925AEEA}"/>
          </ac:picMkLst>
        </pc:picChg>
        <pc:picChg chg="add del mod">
          <ac:chgData name="Kai Jackson" userId="c48f07d815f89fe7" providerId="LiveId" clId="{08913085-C8AD-403E-80E4-CBE2F19D14BE}" dt="2024-06-12T07:52:13.845" v="1238" actId="478"/>
          <ac:picMkLst>
            <pc:docMk/>
            <pc:sldMk cId="149259229" sldId="280"/>
            <ac:picMk id="4" creationId="{7E58E1CE-DB9D-2024-3CB4-8D7B961A3D6D}"/>
          </ac:picMkLst>
        </pc:picChg>
        <pc:picChg chg="add del mod">
          <ac:chgData name="Kai Jackson" userId="c48f07d815f89fe7" providerId="LiveId" clId="{08913085-C8AD-403E-80E4-CBE2F19D14BE}" dt="2024-06-13T08:39:07.140" v="2358" actId="478"/>
          <ac:picMkLst>
            <pc:docMk/>
            <pc:sldMk cId="149259229" sldId="280"/>
            <ac:picMk id="7" creationId="{69940C10-C242-BBFB-4517-68DE361FE66B}"/>
          </ac:picMkLst>
        </pc:picChg>
        <pc:picChg chg="del">
          <ac:chgData name="Kai Jackson" userId="c48f07d815f89fe7" providerId="LiveId" clId="{08913085-C8AD-403E-80E4-CBE2F19D14BE}" dt="2024-06-12T07:51:47.723" v="1227" actId="478"/>
          <ac:picMkLst>
            <pc:docMk/>
            <pc:sldMk cId="149259229" sldId="280"/>
            <ac:picMk id="8" creationId="{D54CE091-5D20-EFFE-25E6-E8DEBB1EF4D4}"/>
          </ac:picMkLst>
        </pc:picChg>
      </pc:sldChg>
      <pc:sldChg chg="addSp delSp modSp add mod ord modClrScheme chgLayout modNotesTx">
        <pc:chgData name="Kai Jackson" userId="c48f07d815f89fe7" providerId="LiveId" clId="{08913085-C8AD-403E-80E4-CBE2F19D14BE}" dt="2024-06-18T14:08:19.659" v="5099" actId="14100"/>
        <pc:sldMkLst>
          <pc:docMk/>
          <pc:sldMk cId="3380406969" sldId="281"/>
        </pc:sldMkLst>
        <pc:spChg chg="del mod ord">
          <ac:chgData name="Kai Jackson" userId="c48f07d815f89fe7" providerId="LiveId" clId="{08913085-C8AD-403E-80E4-CBE2F19D14BE}" dt="2024-06-16T02:24:20.434" v="3482" actId="478"/>
          <ac:spMkLst>
            <pc:docMk/>
            <pc:sldMk cId="3380406969" sldId="281"/>
            <ac:spMk id="3" creationId="{4E809DF5-56B4-304A-8777-BB8576005AF2}"/>
          </ac:spMkLst>
        </pc:spChg>
        <pc:spChg chg="add mod">
          <ac:chgData name="Kai Jackson" userId="c48f07d815f89fe7" providerId="LiveId" clId="{08913085-C8AD-403E-80E4-CBE2F19D14BE}" dt="2024-06-16T05:59:52.428" v="4198" actId="113"/>
          <ac:spMkLst>
            <pc:docMk/>
            <pc:sldMk cId="3380406969" sldId="281"/>
            <ac:spMk id="5" creationId="{A986F255-246E-5F4D-2F40-92224D57186C}"/>
          </ac:spMkLst>
        </pc:spChg>
        <pc:spChg chg="mod ord">
          <ac:chgData name="Kai Jackson" userId="c48f07d815f89fe7" providerId="LiveId" clId="{08913085-C8AD-403E-80E4-CBE2F19D14BE}" dt="2024-06-14T14:20:02.410" v="2594" actId="700"/>
          <ac:spMkLst>
            <pc:docMk/>
            <pc:sldMk cId="3380406969" sldId="281"/>
            <ac:spMk id="6" creationId="{50B6C709-8794-DF4E-A15C-6E648F09DD12}"/>
          </ac:spMkLst>
        </pc:spChg>
        <pc:spChg chg="add del mod ord">
          <ac:chgData name="Kai Jackson" userId="c48f07d815f89fe7" providerId="LiveId" clId="{08913085-C8AD-403E-80E4-CBE2F19D14BE}" dt="2024-06-14T14:20:05.702" v="2595" actId="478"/>
          <ac:spMkLst>
            <pc:docMk/>
            <pc:sldMk cId="3380406969" sldId="281"/>
            <ac:spMk id="9" creationId="{D624E079-CCEF-2F03-6332-77D9A3630C22}"/>
          </ac:spMkLst>
        </pc:spChg>
        <pc:spChg chg="add del mod ord">
          <ac:chgData name="Kai Jackson" userId="c48f07d815f89fe7" providerId="LiveId" clId="{08913085-C8AD-403E-80E4-CBE2F19D14BE}" dt="2024-06-14T14:20:07.006" v="2596" actId="478"/>
          <ac:spMkLst>
            <pc:docMk/>
            <pc:sldMk cId="3380406969" sldId="281"/>
            <ac:spMk id="10" creationId="{ADEA2B53-8C5B-CECA-2046-CCEF069BE7DE}"/>
          </ac:spMkLst>
        </pc:spChg>
        <pc:spChg chg="add mod">
          <ac:chgData name="Kai Jackson" userId="c48f07d815f89fe7" providerId="LiveId" clId="{08913085-C8AD-403E-80E4-CBE2F19D14BE}" dt="2024-06-15T07:42:02.587" v="2655" actId="1076"/>
          <ac:spMkLst>
            <pc:docMk/>
            <pc:sldMk cId="3380406969" sldId="281"/>
            <ac:spMk id="12" creationId="{A95D973C-E497-5FCC-31EF-29143407C940}"/>
          </ac:spMkLst>
        </pc:spChg>
        <pc:spChg chg="add mod">
          <ac:chgData name="Kai Jackson" userId="c48f07d815f89fe7" providerId="LiveId" clId="{08913085-C8AD-403E-80E4-CBE2F19D14BE}" dt="2024-06-14T14:20:21.504" v="2598"/>
          <ac:spMkLst>
            <pc:docMk/>
            <pc:sldMk cId="3380406969" sldId="281"/>
            <ac:spMk id="13" creationId="{36A4FBBD-4D4E-769F-4B7D-57DDB88EBEC2}"/>
          </ac:spMkLst>
        </pc:spChg>
        <pc:spChg chg="add del mod">
          <ac:chgData name="Kai Jackson" userId="c48f07d815f89fe7" providerId="LiveId" clId="{08913085-C8AD-403E-80E4-CBE2F19D14BE}" dt="2024-06-18T14:07:28.960" v="5096" actId="478"/>
          <ac:spMkLst>
            <pc:docMk/>
            <pc:sldMk cId="3380406969" sldId="281"/>
            <ac:spMk id="26" creationId="{02B206F7-E58F-F0B2-45E0-B9A7918521D8}"/>
          </ac:spMkLst>
        </pc:spChg>
        <pc:spChg chg="add mod">
          <ac:chgData name="Kai Jackson" userId="c48f07d815f89fe7" providerId="LiveId" clId="{08913085-C8AD-403E-80E4-CBE2F19D14BE}" dt="2024-06-16T03:18:59.532" v="3618"/>
          <ac:spMkLst>
            <pc:docMk/>
            <pc:sldMk cId="3380406969" sldId="281"/>
            <ac:spMk id="27" creationId="{F31D48B4-BB92-C30E-1DE7-BE4CF0D6AB98}"/>
          </ac:spMkLst>
        </pc:spChg>
        <pc:spChg chg="add del">
          <ac:chgData name="Kai Jackson" userId="c48f07d815f89fe7" providerId="LiveId" clId="{08913085-C8AD-403E-80E4-CBE2F19D14BE}" dt="2024-06-16T04:59:21.630" v="4071" actId="22"/>
          <ac:spMkLst>
            <pc:docMk/>
            <pc:sldMk cId="3380406969" sldId="281"/>
            <ac:spMk id="29" creationId="{C2A8E411-0A40-6BA3-BF4C-0F3A55F1BA66}"/>
          </ac:spMkLst>
        </pc:spChg>
        <pc:picChg chg="add del mod">
          <ac:chgData name="Kai Jackson" userId="c48f07d815f89fe7" providerId="LiveId" clId="{08913085-C8AD-403E-80E4-CBE2F19D14BE}" dt="2024-06-18T14:07:24.883" v="5094" actId="478"/>
          <ac:picMkLst>
            <pc:docMk/>
            <pc:sldMk cId="3380406969" sldId="281"/>
            <ac:picMk id="3" creationId="{18FD012A-5057-132D-5CCA-6F8C7BC5CD76}"/>
          </ac:picMkLst>
        </pc:picChg>
        <pc:picChg chg="add del mod">
          <ac:chgData name="Kai Jackson" userId="c48f07d815f89fe7" providerId="LiveId" clId="{08913085-C8AD-403E-80E4-CBE2F19D14BE}" dt="2024-06-15T07:39:44.548" v="2641" actId="478"/>
          <ac:picMkLst>
            <pc:docMk/>
            <pc:sldMk cId="3380406969" sldId="281"/>
            <ac:picMk id="4" creationId="{6C3DED1C-D407-101B-F91E-362B8E108279}"/>
          </ac:picMkLst>
        </pc:picChg>
        <pc:picChg chg="add del mod">
          <ac:chgData name="Kai Jackson" userId="c48f07d815f89fe7" providerId="LiveId" clId="{08913085-C8AD-403E-80E4-CBE2F19D14BE}" dt="2024-06-12T07:57:23.920" v="1255" actId="478"/>
          <ac:picMkLst>
            <pc:docMk/>
            <pc:sldMk cId="3380406969" sldId="281"/>
            <ac:picMk id="4" creationId="{72B8947D-4190-68A7-5530-4377DC7CE6BD}"/>
          </ac:picMkLst>
        </pc:picChg>
        <pc:picChg chg="add del mod">
          <ac:chgData name="Kai Jackson" userId="c48f07d815f89fe7" providerId="LiveId" clId="{08913085-C8AD-403E-80E4-CBE2F19D14BE}" dt="2024-06-14T09:18:49.896" v="2529" actId="478"/>
          <ac:picMkLst>
            <pc:docMk/>
            <pc:sldMk cId="3380406969" sldId="281"/>
            <ac:picMk id="4" creationId="{834AD94A-B782-C0A5-3612-07CD1BA02E22}"/>
          </ac:picMkLst>
        </pc:picChg>
        <pc:picChg chg="add mod">
          <ac:chgData name="Kai Jackson" userId="c48f07d815f89fe7" providerId="LiveId" clId="{08913085-C8AD-403E-80E4-CBE2F19D14BE}" dt="2024-06-18T14:08:19.659" v="5099" actId="14100"/>
          <ac:picMkLst>
            <pc:docMk/>
            <pc:sldMk cId="3380406969" sldId="281"/>
            <ac:picMk id="4" creationId="{FCDA8D97-99C5-006F-C2B7-F46C9C1190FA}"/>
          </ac:picMkLst>
        </pc:picChg>
        <pc:picChg chg="del">
          <ac:chgData name="Kai Jackson" userId="c48f07d815f89fe7" providerId="LiveId" clId="{08913085-C8AD-403E-80E4-CBE2F19D14BE}" dt="2024-06-12T07:52:39.573" v="1243" actId="478"/>
          <ac:picMkLst>
            <pc:docMk/>
            <pc:sldMk cId="3380406969" sldId="281"/>
            <ac:picMk id="7" creationId="{69940C10-C242-BBFB-4517-68DE361FE66B}"/>
          </ac:picMkLst>
        </pc:picChg>
        <pc:picChg chg="add del mod">
          <ac:chgData name="Kai Jackson" userId="c48f07d815f89fe7" providerId="LiveId" clId="{08913085-C8AD-403E-80E4-CBE2F19D14BE}" dt="2024-06-14T14:19:48.627" v="2593" actId="478"/>
          <ac:picMkLst>
            <pc:docMk/>
            <pc:sldMk cId="3380406969" sldId="281"/>
            <ac:picMk id="8" creationId="{54B1F33E-AAC1-4285-2DD8-ECA6854B9BB3}"/>
          </ac:picMkLst>
        </pc:picChg>
        <pc:picChg chg="add del mod">
          <ac:chgData name="Kai Jackson" userId="c48f07d815f89fe7" providerId="LiveId" clId="{08913085-C8AD-403E-80E4-CBE2F19D14BE}" dt="2024-06-14T08:44:04.465" v="2520" actId="478"/>
          <ac:picMkLst>
            <pc:docMk/>
            <pc:sldMk cId="3380406969" sldId="281"/>
            <ac:picMk id="8" creationId="{637EADB8-8343-27C5-A0D0-15254C8CE822}"/>
          </ac:picMkLst>
        </pc:picChg>
        <pc:picChg chg="add del mod">
          <ac:chgData name="Kai Jackson" userId="c48f07d815f89fe7" providerId="LiveId" clId="{08913085-C8AD-403E-80E4-CBE2F19D14BE}" dt="2024-06-14T09:19:14.060" v="2533" actId="478"/>
          <ac:picMkLst>
            <pc:docMk/>
            <pc:sldMk cId="3380406969" sldId="281"/>
            <ac:picMk id="9" creationId="{976EF700-F106-4E49-A0C1-F81556CA808D}"/>
          </ac:picMkLst>
        </pc:picChg>
        <pc:picChg chg="add del mod">
          <ac:chgData name="Kai Jackson" userId="c48f07d815f89fe7" providerId="LiveId" clId="{08913085-C8AD-403E-80E4-CBE2F19D14BE}" dt="2024-06-14T14:15:51.383" v="2574" actId="478"/>
          <ac:picMkLst>
            <pc:docMk/>
            <pc:sldMk cId="3380406969" sldId="281"/>
            <ac:picMk id="11" creationId="{CB185A38-9F33-75F1-325C-B26C6C4BD539}"/>
          </ac:picMkLst>
        </pc:picChg>
        <pc:picChg chg="add del">
          <ac:chgData name="Kai Jackson" userId="c48f07d815f89fe7" providerId="LiveId" clId="{08913085-C8AD-403E-80E4-CBE2F19D14BE}" dt="2024-06-15T07:40:56.754" v="2643" actId="478"/>
          <ac:picMkLst>
            <pc:docMk/>
            <pc:sldMk cId="3380406969" sldId="281"/>
            <ac:picMk id="15" creationId="{20BF707A-CB7B-C835-C00C-FA511534104F}"/>
          </ac:picMkLst>
        </pc:picChg>
        <pc:picChg chg="add del mod">
          <ac:chgData name="Kai Jackson" userId="c48f07d815f89fe7" providerId="LiveId" clId="{08913085-C8AD-403E-80E4-CBE2F19D14BE}" dt="2024-06-15T07:41:41.489" v="2648" actId="478"/>
          <ac:picMkLst>
            <pc:docMk/>
            <pc:sldMk cId="3380406969" sldId="281"/>
            <ac:picMk id="17" creationId="{B9BA3E80-22CB-3084-7A80-C7A369B03CBD}"/>
          </ac:picMkLst>
        </pc:picChg>
        <pc:picChg chg="add del mod">
          <ac:chgData name="Kai Jackson" userId="c48f07d815f89fe7" providerId="LiveId" clId="{08913085-C8AD-403E-80E4-CBE2F19D14BE}" dt="2024-06-15T11:07:02.153" v="3430" actId="478"/>
          <ac:picMkLst>
            <pc:docMk/>
            <pc:sldMk cId="3380406969" sldId="281"/>
            <ac:picMk id="19" creationId="{615301BF-EB9C-4AC5-A1CE-B45444BCEF62}"/>
          </ac:picMkLst>
        </pc:picChg>
        <pc:picChg chg="add del mod">
          <ac:chgData name="Kai Jackson" userId="c48f07d815f89fe7" providerId="LiveId" clId="{08913085-C8AD-403E-80E4-CBE2F19D14BE}" dt="2024-06-16T03:07:57.987" v="3555" actId="478"/>
          <ac:picMkLst>
            <pc:docMk/>
            <pc:sldMk cId="3380406969" sldId="281"/>
            <ac:picMk id="21" creationId="{CD21E6B5-458D-E711-AB54-852E372DD6F0}"/>
          </ac:picMkLst>
        </pc:picChg>
        <pc:picChg chg="add mod">
          <ac:chgData name="Kai Jackson" userId="c48f07d815f89fe7" providerId="LiveId" clId="{08913085-C8AD-403E-80E4-CBE2F19D14BE}" dt="2024-06-16T03:19:22.032" v="3627" actId="1076"/>
          <ac:picMkLst>
            <pc:docMk/>
            <pc:sldMk cId="3380406969" sldId="281"/>
            <ac:picMk id="23" creationId="{7284A206-152E-82E1-0CD0-11A4C011F0F5}"/>
          </ac:picMkLst>
        </pc:picChg>
        <pc:picChg chg="add del mod">
          <ac:chgData name="Kai Jackson" userId="c48f07d815f89fe7" providerId="LiveId" clId="{08913085-C8AD-403E-80E4-CBE2F19D14BE}" dt="2024-06-18T09:57:13.841" v="4537" actId="478"/>
          <ac:picMkLst>
            <pc:docMk/>
            <pc:sldMk cId="3380406969" sldId="281"/>
            <ac:picMk id="25" creationId="{22D9FA5D-DCF1-D3D9-FD71-2EB9B4392BE7}"/>
          </ac:picMkLst>
        </pc:picChg>
        <pc:picChg chg="add del mod">
          <ac:chgData name="Kai Jackson" userId="c48f07d815f89fe7" providerId="LiveId" clId="{08913085-C8AD-403E-80E4-CBE2F19D14BE}" dt="2024-06-16T05:02:43.628" v="4076" actId="478"/>
          <ac:picMkLst>
            <pc:docMk/>
            <pc:sldMk cId="3380406969" sldId="281"/>
            <ac:picMk id="31" creationId="{7CE968E0-46BE-8DE4-A06B-B62151A44E7A}"/>
          </ac:picMkLst>
        </pc:picChg>
        <pc:picChg chg="add mod">
          <ac:chgData name="Kai Jackson" userId="c48f07d815f89fe7" providerId="LiveId" clId="{08913085-C8AD-403E-80E4-CBE2F19D14BE}" dt="2024-06-16T06:07:20.595" v="4245"/>
          <ac:picMkLst>
            <pc:docMk/>
            <pc:sldMk cId="3380406969" sldId="281"/>
            <ac:picMk id="33" creationId="{4C7AC736-1660-6CBE-3DA4-8576752662E7}"/>
          </ac:picMkLst>
        </pc:picChg>
      </pc:sldChg>
      <pc:sldChg chg="addSp delSp modSp add del mod">
        <pc:chgData name="Kai Jackson" userId="c48f07d815f89fe7" providerId="LiveId" clId="{08913085-C8AD-403E-80E4-CBE2F19D14BE}" dt="2024-06-13T03:29:52.042" v="1523" actId="47"/>
        <pc:sldMkLst>
          <pc:docMk/>
          <pc:sldMk cId="1622764194" sldId="282"/>
        </pc:sldMkLst>
        <pc:picChg chg="add del mod">
          <ac:chgData name="Kai Jackson" userId="c48f07d815f89fe7" providerId="LiveId" clId="{08913085-C8AD-403E-80E4-CBE2F19D14BE}" dt="2024-06-12T07:57:44.795" v="1258" actId="478"/>
          <ac:picMkLst>
            <pc:docMk/>
            <pc:sldMk cId="1622764194" sldId="282"/>
            <ac:picMk id="4" creationId="{CEE1DB44-5B5B-B8E6-D540-4320541E000C}"/>
          </ac:picMkLst>
        </pc:picChg>
        <pc:picChg chg="del mod">
          <ac:chgData name="Kai Jackson" userId="c48f07d815f89fe7" providerId="LiveId" clId="{08913085-C8AD-403E-80E4-CBE2F19D14BE}" dt="2024-06-12T07:52:41.959" v="1247" actId="478"/>
          <ac:picMkLst>
            <pc:docMk/>
            <pc:sldMk cId="1622764194" sldId="282"/>
            <ac:picMk id="7" creationId="{69940C10-C242-BBFB-4517-68DE361FE66B}"/>
          </ac:picMkLst>
        </pc:picChg>
        <pc:picChg chg="add mod">
          <ac:chgData name="Kai Jackson" userId="c48f07d815f89fe7" providerId="LiveId" clId="{08913085-C8AD-403E-80E4-CBE2F19D14BE}" dt="2024-06-12T07:57:47.759" v="1261" actId="962"/>
          <ac:picMkLst>
            <pc:docMk/>
            <pc:sldMk cId="1622764194" sldId="282"/>
            <ac:picMk id="8" creationId="{9839B9F8-000C-E8E1-6676-82DCD2605294}"/>
          </ac:picMkLst>
        </pc:picChg>
      </pc:sldChg>
      <pc:sldChg chg="addSp delSp modSp add mod ord modClrScheme chgLayout modNotesTx">
        <pc:chgData name="Kai Jackson" userId="c48f07d815f89fe7" providerId="LiveId" clId="{08913085-C8AD-403E-80E4-CBE2F19D14BE}" dt="2024-06-18T14:45:51.969" v="5301" actId="1076"/>
        <pc:sldMkLst>
          <pc:docMk/>
          <pc:sldMk cId="166330039" sldId="283"/>
        </pc:sldMkLst>
        <pc:spChg chg="del mod ord">
          <ac:chgData name="Kai Jackson" userId="c48f07d815f89fe7" providerId="LiveId" clId="{08913085-C8AD-403E-80E4-CBE2F19D14BE}" dt="2024-06-16T02:24:28.331" v="3486" actId="478"/>
          <ac:spMkLst>
            <pc:docMk/>
            <pc:sldMk cId="166330039" sldId="283"/>
            <ac:spMk id="3" creationId="{4E809DF5-56B4-304A-8777-BB8576005AF2}"/>
          </ac:spMkLst>
        </pc:spChg>
        <pc:spChg chg="add mod ord">
          <ac:chgData name="Kai Jackson" userId="c48f07d815f89fe7" providerId="LiveId" clId="{08913085-C8AD-403E-80E4-CBE2F19D14BE}" dt="2024-06-16T04:09:06.441" v="3815" actId="207"/>
          <ac:spMkLst>
            <pc:docMk/>
            <pc:sldMk cId="166330039" sldId="283"/>
            <ac:spMk id="4" creationId="{357C89B9-E131-6ED9-D5F8-77F1467691CC}"/>
          </ac:spMkLst>
        </pc:spChg>
        <pc:spChg chg="mod ord">
          <ac:chgData name="Kai Jackson" userId="c48f07d815f89fe7" providerId="LiveId" clId="{08913085-C8AD-403E-80E4-CBE2F19D14BE}" dt="2024-06-14T07:38:32.242" v="2406" actId="700"/>
          <ac:spMkLst>
            <pc:docMk/>
            <pc:sldMk cId="166330039" sldId="283"/>
            <ac:spMk id="6" creationId="{50B6C709-8794-DF4E-A15C-6E648F09DD12}"/>
          </ac:spMkLst>
        </pc:spChg>
        <pc:spChg chg="add del mod ord">
          <ac:chgData name="Kai Jackson" userId="c48f07d815f89fe7" providerId="LiveId" clId="{08913085-C8AD-403E-80E4-CBE2F19D14BE}" dt="2024-06-14T07:38:32.242" v="2406" actId="700"/>
          <ac:spMkLst>
            <pc:docMk/>
            <pc:sldMk cId="166330039" sldId="283"/>
            <ac:spMk id="7" creationId="{00183335-EAB9-9C83-1EFC-4DB59E57BC75}"/>
          </ac:spMkLst>
        </pc:spChg>
        <pc:spChg chg="add del mod ord">
          <ac:chgData name="Kai Jackson" userId="c48f07d815f89fe7" providerId="LiveId" clId="{08913085-C8AD-403E-80E4-CBE2F19D14BE}" dt="2024-06-13T03:41:07.460" v="1546" actId="478"/>
          <ac:spMkLst>
            <pc:docMk/>
            <pc:sldMk cId="166330039" sldId="283"/>
            <ac:spMk id="7" creationId="{1022471D-4565-0013-5236-D532629B3D6C}"/>
          </ac:spMkLst>
        </pc:spChg>
        <pc:spChg chg="add del mod ord">
          <ac:chgData name="Kai Jackson" userId="c48f07d815f89fe7" providerId="LiveId" clId="{08913085-C8AD-403E-80E4-CBE2F19D14BE}" dt="2024-06-14T07:38:32.242" v="2406" actId="700"/>
          <ac:spMkLst>
            <pc:docMk/>
            <pc:sldMk cId="166330039" sldId="283"/>
            <ac:spMk id="8" creationId="{798C6ABE-28AF-F59E-EB11-3C7ECBEC8275}"/>
          </ac:spMkLst>
        </pc:spChg>
        <pc:spChg chg="add del mod ord">
          <ac:chgData name="Kai Jackson" userId="c48f07d815f89fe7" providerId="LiveId" clId="{08913085-C8AD-403E-80E4-CBE2F19D14BE}" dt="2024-06-13T03:41:08.609" v="1547" actId="478"/>
          <ac:spMkLst>
            <pc:docMk/>
            <pc:sldMk cId="166330039" sldId="283"/>
            <ac:spMk id="8" creationId="{B2D0DA9B-2F39-B561-AEAD-B84101221F63}"/>
          </ac:spMkLst>
        </pc:spChg>
        <pc:spChg chg="add del mod ord">
          <ac:chgData name="Kai Jackson" userId="c48f07d815f89fe7" providerId="LiveId" clId="{08913085-C8AD-403E-80E4-CBE2F19D14BE}" dt="2024-06-14T07:38:32.242" v="2406" actId="700"/>
          <ac:spMkLst>
            <pc:docMk/>
            <pc:sldMk cId="166330039" sldId="283"/>
            <ac:spMk id="9" creationId="{28D6B26E-11F9-7790-0AAF-B6A5F1F8D82E}"/>
          </ac:spMkLst>
        </pc:spChg>
        <pc:spChg chg="add del mod ord">
          <ac:chgData name="Kai Jackson" userId="c48f07d815f89fe7" providerId="LiveId" clId="{08913085-C8AD-403E-80E4-CBE2F19D14BE}" dt="2024-06-13T03:41:13.532" v="1552" actId="478"/>
          <ac:spMkLst>
            <pc:docMk/>
            <pc:sldMk cId="166330039" sldId="283"/>
            <ac:spMk id="9" creationId="{F079DC82-24F0-51D0-0F25-DFFBC4CA0573}"/>
          </ac:spMkLst>
        </pc:spChg>
        <pc:spChg chg="add del mod ord">
          <ac:chgData name="Kai Jackson" userId="c48f07d815f89fe7" providerId="LiveId" clId="{08913085-C8AD-403E-80E4-CBE2F19D14BE}" dt="2024-06-14T07:38:32.242" v="2406" actId="700"/>
          <ac:spMkLst>
            <pc:docMk/>
            <pc:sldMk cId="166330039" sldId="283"/>
            <ac:spMk id="10" creationId="{C5BA9F3F-98D4-686C-0248-09D4A75C9141}"/>
          </ac:spMkLst>
        </pc:spChg>
        <pc:spChg chg="add del mod ord">
          <ac:chgData name="Kai Jackson" userId="c48f07d815f89fe7" providerId="LiveId" clId="{08913085-C8AD-403E-80E4-CBE2F19D14BE}" dt="2024-06-13T03:41:09.870" v="1548" actId="478"/>
          <ac:spMkLst>
            <pc:docMk/>
            <pc:sldMk cId="166330039" sldId="283"/>
            <ac:spMk id="10" creationId="{F6C1C4F7-4F51-691C-B081-3DEAC8151874}"/>
          </ac:spMkLst>
        </pc:spChg>
        <pc:spChg chg="add del mod ord">
          <ac:chgData name="Kai Jackson" userId="c48f07d815f89fe7" providerId="LiveId" clId="{08913085-C8AD-403E-80E4-CBE2F19D14BE}" dt="2024-06-13T03:41:25.589" v="1562" actId="478"/>
          <ac:spMkLst>
            <pc:docMk/>
            <pc:sldMk cId="166330039" sldId="283"/>
            <ac:spMk id="11" creationId="{5DC487BA-E33A-8DA4-FBCB-1303385BA7DF}"/>
          </ac:spMkLst>
        </pc:spChg>
        <pc:spChg chg="add del mod ord">
          <ac:chgData name="Kai Jackson" userId="c48f07d815f89fe7" providerId="LiveId" clId="{08913085-C8AD-403E-80E4-CBE2F19D14BE}" dt="2024-06-14T07:38:39.312" v="2407" actId="478"/>
          <ac:spMkLst>
            <pc:docMk/>
            <pc:sldMk cId="166330039" sldId="283"/>
            <ac:spMk id="11" creationId="{E5E76FD7-9683-C6FC-0AB0-5AFF69E69AC5}"/>
          </ac:spMkLst>
        </pc:spChg>
        <pc:spChg chg="add del mod ord">
          <ac:chgData name="Kai Jackson" userId="c48f07d815f89fe7" providerId="LiveId" clId="{08913085-C8AD-403E-80E4-CBE2F19D14BE}" dt="2024-06-13T03:41:12.983" v="1551" actId="478"/>
          <ac:spMkLst>
            <pc:docMk/>
            <pc:sldMk cId="166330039" sldId="283"/>
            <ac:spMk id="12" creationId="{B4125127-203A-64A0-A72A-F6804000CDF6}"/>
          </ac:spMkLst>
        </pc:spChg>
        <pc:spChg chg="add del mod ord">
          <ac:chgData name="Kai Jackson" userId="c48f07d815f89fe7" providerId="LiveId" clId="{08913085-C8AD-403E-80E4-CBE2F19D14BE}" dt="2024-06-13T03:41:12.338" v="1550" actId="478"/>
          <ac:spMkLst>
            <pc:docMk/>
            <pc:sldMk cId="166330039" sldId="283"/>
            <ac:spMk id="13" creationId="{49559F58-43FD-5B3A-E4E6-E7565F4123DE}"/>
          </ac:spMkLst>
        </pc:spChg>
        <pc:spChg chg="add del mod ord">
          <ac:chgData name="Kai Jackson" userId="c48f07d815f89fe7" providerId="LiveId" clId="{08913085-C8AD-403E-80E4-CBE2F19D14BE}" dt="2024-06-13T03:41:15.131" v="1553" actId="478"/>
          <ac:spMkLst>
            <pc:docMk/>
            <pc:sldMk cId="166330039" sldId="283"/>
            <ac:spMk id="14" creationId="{83A7386F-C195-6504-0AB1-C5C14306D7CC}"/>
          </ac:spMkLst>
        </pc:spChg>
        <pc:spChg chg="add del mod">
          <ac:chgData name="Kai Jackson" userId="c48f07d815f89fe7" providerId="LiveId" clId="{08913085-C8AD-403E-80E4-CBE2F19D14BE}" dt="2024-06-18T13:51:30.420" v="5056" actId="478"/>
          <ac:spMkLst>
            <pc:docMk/>
            <pc:sldMk cId="166330039" sldId="283"/>
            <ac:spMk id="14" creationId="{E1A2AD65-5CEE-33A1-2200-A8DADA895709}"/>
          </ac:spMkLst>
        </pc:spChg>
        <pc:spChg chg="add del mod ord">
          <ac:chgData name="Kai Jackson" userId="c48f07d815f89fe7" providerId="LiveId" clId="{08913085-C8AD-403E-80E4-CBE2F19D14BE}" dt="2024-06-13T03:41:17.893" v="1554" actId="478"/>
          <ac:spMkLst>
            <pc:docMk/>
            <pc:sldMk cId="166330039" sldId="283"/>
            <ac:spMk id="15" creationId="{7AD16AAD-5D62-7856-1E6B-DC33A0D317A9}"/>
          </ac:spMkLst>
        </pc:spChg>
        <pc:spChg chg="add del mod ord">
          <ac:chgData name="Kai Jackson" userId="c48f07d815f89fe7" providerId="LiveId" clId="{08913085-C8AD-403E-80E4-CBE2F19D14BE}" dt="2024-06-13T03:41:20.048" v="1556" actId="478"/>
          <ac:spMkLst>
            <pc:docMk/>
            <pc:sldMk cId="166330039" sldId="283"/>
            <ac:spMk id="16" creationId="{733265AF-EEDA-71BE-064A-FADA2452BA94}"/>
          </ac:spMkLst>
        </pc:spChg>
        <pc:spChg chg="add del mod ord">
          <ac:chgData name="Kai Jackson" userId="c48f07d815f89fe7" providerId="LiveId" clId="{08913085-C8AD-403E-80E4-CBE2F19D14BE}" dt="2024-06-13T03:41:20.727" v="1557" actId="478"/>
          <ac:spMkLst>
            <pc:docMk/>
            <pc:sldMk cId="166330039" sldId="283"/>
            <ac:spMk id="17" creationId="{E35ACE0B-AF61-142C-115D-C07F0A3789E5}"/>
          </ac:spMkLst>
        </pc:spChg>
        <pc:spChg chg="add del mod ord">
          <ac:chgData name="Kai Jackson" userId="c48f07d815f89fe7" providerId="LiveId" clId="{08913085-C8AD-403E-80E4-CBE2F19D14BE}" dt="2024-06-13T03:41:23.097" v="1559" actId="478"/>
          <ac:spMkLst>
            <pc:docMk/>
            <pc:sldMk cId="166330039" sldId="283"/>
            <ac:spMk id="18" creationId="{2C437FCF-2235-8871-2CBB-964EDB0C76F7}"/>
          </ac:spMkLst>
        </pc:spChg>
        <pc:spChg chg="add del mod ord">
          <ac:chgData name="Kai Jackson" userId="c48f07d815f89fe7" providerId="LiveId" clId="{08913085-C8AD-403E-80E4-CBE2F19D14BE}" dt="2024-06-13T03:41:23.762" v="1560" actId="478"/>
          <ac:spMkLst>
            <pc:docMk/>
            <pc:sldMk cId="166330039" sldId="283"/>
            <ac:spMk id="19" creationId="{10C74FA2-8390-6760-4407-41F39D028BC2}"/>
          </ac:spMkLst>
        </pc:spChg>
        <pc:spChg chg="add mod ord">
          <ac:chgData name="Kai Jackson" userId="c48f07d815f89fe7" providerId="LiveId" clId="{08913085-C8AD-403E-80E4-CBE2F19D14BE}" dt="2024-06-18T09:52:55.032" v="4528" actId="1076"/>
          <ac:spMkLst>
            <pc:docMk/>
            <pc:sldMk cId="166330039" sldId="283"/>
            <ac:spMk id="20" creationId="{EDB4E052-5008-DED5-B746-2C6E7F0ABC13}"/>
          </ac:spMkLst>
        </pc:spChg>
        <pc:spChg chg="add del mod">
          <ac:chgData name="Kai Jackson" userId="c48f07d815f89fe7" providerId="LiveId" clId="{08913085-C8AD-403E-80E4-CBE2F19D14BE}" dt="2024-06-14T07:04:51.527" v="2394" actId="26606"/>
          <ac:spMkLst>
            <pc:docMk/>
            <pc:sldMk cId="166330039" sldId="283"/>
            <ac:spMk id="25" creationId="{9A3F2D08-68FA-6783-425E-8D907E1A94E8}"/>
          </ac:spMkLst>
        </pc:spChg>
        <pc:picChg chg="add del mod">
          <ac:chgData name="Kai Jackson" userId="c48f07d815f89fe7" providerId="LiveId" clId="{08913085-C8AD-403E-80E4-CBE2F19D14BE}" dt="2024-06-18T14:37:12.744" v="5271" actId="478"/>
          <ac:picMkLst>
            <pc:docMk/>
            <pc:sldMk cId="166330039" sldId="283"/>
            <ac:picMk id="3" creationId="{DA1B4E22-23FE-AC37-8CBE-22BE20D23645}"/>
          </ac:picMkLst>
        </pc:picChg>
        <pc:picChg chg="del">
          <ac:chgData name="Kai Jackson" userId="c48f07d815f89fe7" providerId="LiveId" clId="{08913085-C8AD-403E-80E4-CBE2F19D14BE}" dt="2024-06-12T07:53:31.598" v="1252" actId="478"/>
          <ac:picMkLst>
            <pc:docMk/>
            <pc:sldMk cId="166330039" sldId="283"/>
            <ac:picMk id="4" creationId="{CEE1DB44-5B5B-B8E6-D540-4320541E000C}"/>
          </ac:picMkLst>
        </pc:picChg>
        <pc:picChg chg="add del mod">
          <ac:chgData name="Kai Jackson" userId="c48f07d815f89fe7" providerId="LiveId" clId="{08913085-C8AD-403E-80E4-CBE2F19D14BE}" dt="2024-06-13T08:19:17.868" v="2327" actId="478"/>
          <ac:picMkLst>
            <pc:docMk/>
            <pc:sldMk cId="166330039" sldId="283"/>
            <ac:picMk id="5" creationId="{7D25D48C-D54F-BF56-90DE-880099EF2022}"/>
          </ac:picMkLst>
        </pc:picChg>
        <pc:picChg chg="add del mod">
          <ac:chgData name="Kai Jackson" userId="c48f07d815f89fe7" providerId="LiveId" clId="{08913085-C8AD-403E-80E4-CBE2F19D14BE}" dt="2024-06-15T10:34:00.049" v="3319" actId="478"/>
          <ac:picMkLst>
            <pc:docMk/>
            <pc:sldMk cId="166330039" sldId="283"/>
            <ac:picMk id="5" creationId="{F7005828-619B-9C87-B734-8CFECED4D73D}"/>
          </ac:picMkLst>
        </pc:picChg>
        <pc:picChg chg="add del mod">
          <ac:chgData name="Kai Jackson" userId="c48f07d815f89fe7" providerId="LiveId" clId="{08913085-C8AD-403E-80E4-CBE2F19D14BE}" dt="2024-06-15T10:35:08.859" v="3325" actId="478"/>
          <ac:picMkLst>
            <pc:docMk/>
            <pc:sldMk cId="166330039" sldId="283"/>
            <ac:picMk id="7" creationId="{4BE635AF-588B-C14E-EDE5-BFD5F4C7410C}"/>
          </ac:picMkLst>
        </pc:picChg>
        <pc:picChg chg="add del mod">
          <ac:chgData name="Kai Jackson" userId="c48f07d815f89fe7" providerId="LiveId" clId="{08913085-C8AD-403E-80E4-CBE2F19D14BE}" dt="2024-06-18T14:45:46.823" v="5300" actId="478"/>
          <ac:picMkLst>
            <pc:docMk/>
            <pc:sldMk cId="166330039" sldId="283"/>
            <ac:picMk id="7" creationId="{4C6B69D5-6180-766E-1404-505773A8222C}"/>
          </ac:picMkLst>
        </pc:picChg>
        <pc:picChg chg="add del mod">
          <ac:chgData name="Kai Jackson" userId="c48f07d815f89fe7" providerId="LiveId" clId="{08913085-C8AD-403E-80E4-CBE2F19D14BE}" dt="2024-06-15T10:37:36.829" v="3333" actId="478"/>
          <ac:picMkLst>
            <pc:docMk/>
            <pc:sldMk cId="166330039" sldId="283"/>
            <ac:picMk id="9" creationId="{2F1B77F1-63D1-6DC4-95E3-0683E2142635}"/>
          </ac:picMkLst>
        </pc:picChg>
        <pc:picChg chg="add mod">
          <ac:chgData name="Kai Jackson" userId="c48f07d815f89fe7" providerId="LiveId" clId="{08913085-C8AD-403E-80E4-CBE2F19D14BE}" dt="2024-06-18T14:45:51.969" v="5301" actId="1076"/>
          <ac:picMkLst>
            <pc:docMk/>
            <pc:sldMk cId="166330039" sldId="283"/>
            <ac:picMk id="9" creationId="{5E1A2A7E-B3A7-8DD4-E13F-540EFBE44FD2}"/>
          </ac:picMkLst>
        </pc:picChg>
        <pc:picChg chg="add del mod">
          <ac:chgData name="Kai Jackson" userId="c48f07d815f89fe7" providerId="LiveId" clId="{08913085-C8AD-403E-80E4-CBE2F19D14BE}" dt="2024-06-18T13:51:26.080" v="5054" actId="478"/>
          <ac:picMkLst>
            <pc:docMk/>
            <pc:sldMk cId="166330039" sldId="283"/>
            <ac:picMk id="11" creationId="{4E002E01-158F-9C6D-0BE6-EB863F5D372C}"/>
          </ac:picMkLst>
        </pc:picChg>
        <pc:picChg chg="add mod ord">
          <ac:chgData name="Kai Jackson" userId="c48f07d815f89fe7" providerId="LiveId" clId="{08913085-C8AD-403E-80E4-CBE2F19D14BE}" dt="2024-06-15T11:04:54.439" v="3425" actId="1076"/>
          <ac:picMkLst>
            <pc:docMk/>
            <pc:sldMk cId="166330039" sldId="283"/>
            <ac:picMk id="13" creationId="{E66587A7-096E-FF7D-7D57-D82B1D9945E2}"/>
          </ac:picMkLst>
        </pc:picChg>
        <pc:picChg chg="add del mod">
          <ac:chgData name="Kai Jackson" userId="c48f07d815f89fe7" providerId="LiveId" clId="{08913085-C8AD-403E-80E4-CBE2F19D14BE}" dt="2024-06-13T08:26:45.880" v="2355" actId="478"/>
          <ac:picMkLst>
            <pc:docMk/>
            <pc:sldMk cId="166330039" sldId="283"/>
            <ac:picMk id="22" creationId="{C4053D7F-A127-D17E-48A5-51C2CB4D49E3}"/>
          </ac:picMkLst>
        </pc:picChg>
        <pc:picChg chg="add del mod">
          <ac:chgData name="Kai Jackson" userId="c48f07d815f89fe7" providerId="LiveId" clId="{08913085-C8AD-403E-80E4-CBE2F19D14BE}" dt="2024-06-14T07:04:16.135" v="2385" actId="478"/>
          <ac:picMkLst>
            <pc:docMk/>
            <pc:sldMk cId="166330039" sldId="283"/>
            <ac:picMk id="24" creationId="{DD194AD5-6CEF-504D-DA6E-79B9F22A1906}"/>
          </ac:picMkLst>
        </pc:picChg>
        <pc:picChg chg="add del mod">
          <ac:chgData name="Kai Jackson" userId="c48f07d815f89fe7" providerId="LiveId" clId="{08913085-C8AD-403E-80E4-CBE2F19D14BE}" dt="2024-06-14T07:04:46.202" v="2391" actId="478"/>
          <ac:picMkLst>
            <pc:docMk/>
            <pc:sldMk cId="166330039" sldId="283"/>
            <ac:picMk id="1026" creationId="{A56E4A41-B6A2-BDB2-235A-AF46A28C74BD}"/>
          </ac:picMkLst>
        </pc:picChg>
      </pc:sldChg>
      <pc:sldChg chg="addSp delSp modSp add mod setBg">
        <pc:chgData name="Kai Jackson" userId="c48f07d815f89fe7" providerId="LiveId" clId="{08913085-C8AD-403E-80E4-CBE2F19D14BE}" dt="2024-06-13T04:00:40.546" v="1680" actId="13926"/>
        <pc:sldMkLst>
          <pc:docMk/>
          <pc:sldMk cId="956641663" sldId="284"/>
        </pc:sldMkLst>
        <pc:spChg chg="mod">
          <ac:chgData name="Kai Jackson" userId="c48f07d815f89fe7" providerId="LiveId" clId="{08913085-C8AD-403E-80E4-CBE2F19D14BE}" dt="2024-06-13T04:00:40.546" v="1680" actId="13926"/>
          <ac:spMkLst>
            <pc:docMk/>
            <pc:sldMk cId="956641663" sldId="284"/>
            <ac:spMk id="2" creationId="{8460295B-54B9-4937-90E3-BAB9CE69E30B}"/>
          </ac:spMkLst>
        </pc:spChg>
        <pc:spChg chg="add del">
          <ac:chgData name="Kai Jackson" userId="c48f07d815f89fe7" providerId="LiveId" clId="{08913085-C8AD-403E-80E4-CBE2F19D14BE}" dt="2024-06-13T03:57:37.720" v="1657" actId="22"/>
          <ac:spMkLst>
            <pc:docMk/>
            <pc:sldMk cId="956641663" sldId="284"/>
            <ac:spMk id="9" creationId="{9ED2DA9C-CB28-2EA9-A6B8-46065E0931FB}"/>
          </ac:spMkLst>
        </pc:spChg>
        <pc:picChg chg="add del mod">
          <ac:chgData name="Kai Jackson" userId="c48f07d815f89fe7" providerId="LiveId" clId="{08913085-C8AD-403E-80E4-CBE2F19D14BE}" dt="2024-06-13T03:57:13.132" v="1655" actId="478"/>
          <ac:picMkLst>
            <pc:docMk/>
            <pc:sldMk cId="956641663" sldId="284"/>
            <ac:picMk id="3" creationId="{AFC99FC4-5C69-7837-7D47-68BA76A5B0C0}"/>
          </ac:picMkLst>
        </pc:picChg>
        <pc:picChg chg="add mod">
          <ac:chgData name="Kai Jackson" userId="c48f07d815f89fe7" providerId="LiveId" clId="{08913085-C8AD-403E-80E4-CBE2F19D14BE}" dt="2024-06-12T09:09:15.201" v="1285" actId="1076"/>
          <ac:picMkLst>
            <pc:docMk/>
            <pc:sldMk cId="956641663" sldId="284"/>
            <ac:picMk id="4" creationId="{81745418-35EE-091E-5C85-0587121F61B9}"/>
          </ac:picMkLst>
        </pc:picChg>
        <pc:picChg chg="add mod">
          <ac:chgData name="Kai Jackson" userId="c48f07d815f89fe7" providerId="LiveId" clId="{08913085-C8AD-403E-80E4-CBE2F19D14BE}" dt="2024-06-12T09:09:11.819" v="1284" actId="1076"/>
          <ac:picMkLst>
            <pc:docMk/>
            <pc:sldMk cId="956641663" sldId="284"/>
            <ac:picMk id="6" creationId="{91583F8C-938A-44EC-6753-6F412F639543}"/>
          </ac:picMkLst>
        </pc:picChg>
        <pc:picChg chg="del">
          <ac:chgData name="Kai Jackson" userId="c48f07d815f89fe7" providerId="LiveId" clId="{08913085-C8AD-403E-80E4-CBE2F19D14BE}" dt="2024-06-12T09:08:57.365" v="1279" actId="478"/>
          <ac:picMkLst>
            <pc:docMk/>
            <pc:sldMk cId="956641663" sldId="284"/>
            <ac:picMk id="7" creationId="{9286474C-5D56-50A0-26F5-C60838E2AC56}"/>
          </ac:picMkLst>
        </pc:picChg>
        <pc:picChg chg="del">
          <ac:chgData name="Kai Jackson" userId="c48f07d815f89fe7" providerId="LiveId" clId="{08913085-C8AD-403E-80E4-CBE2F19D14BE}" dt="2024-06-12T09:09:00.201" v="1281" actId="478"/>
          <ac:picMkLst>
            <pc:docMk/>
            <pc:sldMk cId="956641663" sldId="284"/>
            <ac:picMk id="9" creationId="{CF9F24B7-CDCF-8DB3-623A-84F67553C4C6}"/>
          </ac:picMkLst>
        </pc:picChg>
        <pc:picChg chg="add del mod">
          <ac:chgData name="Kai Jackson" userId="c48f07d815f89fe7" providerId="LiveId" clId="{08913085-C8AD-403E-80E4-CBE2F19D14BE}" dt="2024-06-13T03:58:21.401" v="1667" actId="478"/>
          <ac:picMkLst>
            <pc:docMk/>
            <pc:sldMk cId="956641663" sldId="284"/>
            <ac:picMk id="11" creationId="{DA663A36-D89E-0FCE-168B-F38C4110B5D9}"/>
          </ac:picMkLst>
        </pc:picChg>
      </pc:sldChg>
      <pc:sldChg chg="addSp delSp modSp new mod modClrScheme chgLayout modNotesTx">
        <pc:chgData name="Kai Jackson" userId="c48f07d815f89fe7" providerId="LiveId" clId="{08913085-C8AD-403E-80E4-CBE2F19D14BE}" dt="2024-06-18T13:56:04.569" v="5068" actId="1076"/>
        <pc:sldMkLst>
          <pc:docMk/>
          <pc:sldMk cId="3446297473" sldId="285"/>
        </pc:sldMkLst>
        <pc:spChg chg="del mod ord">
          <ac:chgData name="Kai Jackson" userId="c48f07d815f89fe7" providerId="LiveId" clId="{08913085-C8AD-403E-80E4-CBE2F19D14BE}" dt="2024-06-13T03:07:01.584" v="1364" actId="700"/>
          <ac:spMkLst>
            <pc:docMk/>
            <pc:sldMk cId="3446297473" sldId="285"/>
            <ac:spMk id="2" creationId="{9B8516AC-16E8-5FFC-0EBA-97A0E2C8A966}"/>
          </ac:spMkLst>
        </pc:spChg>
        <pc:spChg chg="del mod ord">
          <ac:chgData name="Kai Jackson" userId="c48f07d815f89fe7" providerId="LiveId" clId="{08913085-C8AD-403E-80E4-CBE2F19D14BE}" dt="2024-06-13T03:07:01.584" v="1364" actId="700"/>
          <ac:spMkLst>
            <pc:docMk/>
            <pc:sldMk cId="3446297473" sldId="285"/>
            <ac:spMk id="3" creationId="{3CEBD26F-065C-3DF0-4CCA-1E53848B544D}"/>
          </ac:spMkLst>
        </pc:spChg>
        <pc:spChg chg="del mod ord">
          <ac:chgData name="Kai Jackson" userId="c48f07d815f89fe7" providerId="LiveId" clId="{08913085-C8AD-403E-80E4-CBE2F19D14BE}" dt="2024-06-16T02:24:22.066" v="3483" actId="478"/>
          <ac:spMkLst>
            <pc:docMk/>
            <pc:sldMk cId="3446297473" sldId="285"/>
            <ac:spMk id="4" creationId="{4333D4B6-4999-72F1-88CC-CD4B7E8715CC}"/>
          </ac:spMkLst>
        </pc:spChg>
        <pc:spChg chg="del mod ord">
          <ac:chgData name="Kai Jackson" userId="c48f07d815f89fe7" providerId="LiveId" clId="{08913085-C8AD-403E-80E4-CBE2F19D14BE}" dt="2024-06-13T03:12:13.176" v="1373" actId="478"/>
          <ac:spMkLst>
            <pc:docMk/>
            <pc:sldMk cId="3446297473" sldId="285"/>
            <ac:spMk id="5" creationId="{C8889361-338D-4042-BDDE-46CA473529F0}"/>
          </ac:spMkLst>
        </pc:spChg>
        <pc:spChg chg="mod ord">
          <ac:chgData name="Kai Jackson" userId="c48f07d815f89fe7" providerId="LiveId" clId="{08913085-C8AD-403E-80E4-CBE2F19D14BE}" dt="2024-06-13T03:07:01.584" v="1364" actId="700"/>
          <ac:spMkLst>
            <pc:docMk/>
            <pc:sldMk cId="3446297473" sldId="285"/>
            <ac:spMk id="6" creationId="{3BFF67A4-3019-6B1B-CCE0-AF3272D15A90}"/>
          </ac:spMkLst>
        </pc:spChg>
        <pc:spChg chg="add del mod ord">
          <ac:chgData name="Kai Jackson" userId="c48f07d815f89fe7" providerId="LiveId" clId="{08913085-C8AD-403E-80E4-CBE2F19D14BE}" dt="2024-06-13T03:11:53.906" v="1365" actId="478"/>
          <ac:spMkLst>
            <pc:docMk/>
            <pc:sldMk cId="3446297473" sldId="285"/>
            <ac:spMk id="7" creationId="{EBDC8D4A-42C7-5663-0F52-AE953E79F16A}"/>
          </ac:spMkLst>
        </pc:spChg>
        <pc:spChg chg="add del mod ord">
          <ac:chgData name="Kai Jackson" userId="c48f07d815f89fe7" providerId="LiveId" clId="{08913085-C8AD-403E-80E4-CBE2F19D14BE}" dt="2024-06-13T03:11:55.444" v="1366" actId="478"/>
          <ac:spMkLst>
            <pc:docMk/>
            <pc:sldMk cId="3446297473" sldId="285"/>
            <ac:spMk id="8" creationId="{C115919A-7D49-AFED-8AD0-3C5BDA9D5085}"/>
          </ac:spMkLst>
        </pc:spChg>
        <pc:spChg chg="add mod">
          <ac:chgData name="Kai Jackson" userId="c48f07d815f89fe7" providerId="LiveId" clId="{08913085-C8AD-403E-80E4-CBE2F19D14BE}" dt="2024-06-16T04:10:05.219" v="3826" actId="207"/>
          <ac:spMkLst>
            <pc:docMk/>
            <pc:sldMk cId="3446297473" sldId="285"/>
            <ac:spMk id="11" creationId="{9406F4FD-507F-8770-6E3A-6544D202FD8C}"/>
          </ac:spMkLst>
        </pc:spChg>
        <pc:spChg chg="add mod">
          <ac:chgData name="Kai Jackson" userId="c48f07d815f89fe7" providerId="LiveId" clId="{08913085-C8AD-403E-80E4-CBE2F19D14BE}" dt="2024-06-13T03:15:41.527" v="1434" actId="14100"/>
          <ac:spMkLst>
            <pc:docMk/>
            <pc:sldMk cId="3446297473" sldId="285"/>
            <ac:spMk id="12" creationId="{5BC000BA-97E0-8FE1-D12D-C2D28A478650}"/>
          </ac:spMkLst>
        </pc:spChg>
        <pc:spChg chg="add mod">
          <ac:chgData name="Kai Jackson" userId="c48f07d815f89fe7" providerId="LiveId" clId="{08913085-C8AD-403E-80E4-CBE2F19D14BE}" dt="2024-06-16T04:10:03.010" v="3825" actId="207"/>
          <ac:spMkLst>
            <pc:docMk/>
            <pc:sldMk cId="3446297473" sldId="285"/>
            <ac:spMk id="19" creationId="{3C56789C-B1D4-F955-CB42-A7180F290EDA}"/>
          </ac:spMkLst>
        </pc:spChg>
        <pc:picChg chg="add mod">
          <ac:chgData name="Kai Jackson" userId="c48f07d815f89fe7" providerId="LiveId" clId="{08913085-C8AD-403E-80E4-CBE2F19D14BE}" dt="2024-06-18T13:52:27.062" v="5062" actId="1076"/>
          <ac:picMkLst>
            <pc:docMk/>
            <pc:sldMk cId="3446297473" sldId="285"/>
            <ac:picMk id="3" creationId="{AF0881D2-9754-4FB1-1455-FC98BA9D272B}"/>
          </ac:picMkLst>
        </pc:picChg>
        <pc:picChg chg="add mod">
          <ac:chgData name="Kai Jackson" userId="c48f07d815f89fe7" providerId="LiveId" clId="{08913085-C8AD-403E-80E4-CBE2F19D14BE}" dt="2024-06-18T13:56:04.569" v="5068" actId="1076"/>
          <ac:picMkLst>
            <pc:docMk/>
            <pc:sldMk cId="3446297473" sldId="285"/>
            <ac:picMk id="5" creationId="{510578BE-BC75-1374-5145-2A6EB852B18D}"/>
          </ac:picMkLst>
        </pc:picChg>
        <pc:picChg chg="add del mod">
          <ac:chgData name="Kai Jackson" userId="c48f07d815f89fe7" providerId="LiveId" clId="{08913085-C8AD-403E-80E4-CBE2F19D14BE}" dt="2024-06-18T13:55:53.882" v="5065" actId="478"/>
          <ac:picMkLst>
            <pc:docMk/>
            <pc:sldMk cId="3446297473" sldId="285"/>
            <ac:picMk id="10" creationId="{50483A0A-E822-D4E4-F3E0-D8F47425E767}"/>
          </ac:picMkLst>
        </pc:picChg>
        <pc:picChg chg="add del mod">
          <ac:chgData name="Kai Jackson" userId="c48f07d815f89fe7" providerId="LiveId" clId="{08913085-C8AD-403E-80E4-CBE2F19D14BE}" dt="2024-06-13T03:27:26.604" v="1445" actId="478"/>
          <ac:picMkLst>
            <pc:docMk/>
            <pc:sldMk cId="3446297473" sldId="285"/>
            <ac:picMk id="14" creationId="{64929585-551F-4F90-9CDE-F54271D0E80A}"/>
          </ac:picMkLst>
        </pc:picChg>
        <pc:picChg chg="add del mod">
          <ac:chgData name="Kai Jackson" userId="c48f07d815f89fe7" providerId="LiveId" clId="{08913085-C8AD-403E-80E4-CBE2F19D14BE}" dt="2024-06-18T13:52:23.567" v="5061" actId="478"/>
          <ac:picMkLst>
            <pc:docMk/>
            <pc:sldMk cId="3446297473" sldId="285"/>
            <ac:picMk id="16" creationId="{8763EF8C-5DA9-D55D-53F1-02CBF513CEBA}"/>
          </ac:picMkLst>
        </pc:picChg>
        <pc:picChg chg="add del">
          <ac:chgData name="Kai Jackson" userId="c48f07d815f89fe7" providerId="LiveId" clId="{08913085-C8AD-403E-80E4-CBE2F19D14BE}" dt="2024-06-13T03:27:43.533" v="1448" actId="22"/>
          <ac:picMkLst>
            <pc:docMk/>
            <pc:sldMk cId="3446297473" sldId="285"/>
            <ac:picMk id="18" creationId="{CC834177-FB42-D5E3-6B12-E33967F60587}"/>
          </ac:picMkLst>
        </pc:picChg>
      </pc:sldChg>
      <pc:sldChg chg="addSp delSp modSp new mod ord">
        <pc:chgData name="Kai Jackson" userId="c48f07d815f89fe7" providerId="LiveId" clId="{08913085-C8AD-403E-80E4-CBE2F19D14BE}" dt="2024-06-22T07:36:36.765" v="5330" actId="1076"/>
        <pc:sldMkLst>
          <pc:docMk/>
          <pc:sldMk cId="2657124013" sldId="286"/>
        </pc:sldMkLst>
        <pc:spChg chg="add mod">
          <ac:chgData name="Kai Jackson" userId="c48f07d815f89fe7" providerId="LiveId" clId="{08913085-C8AD-403E-80E4-CBE2F19D14BE}" dt="2024-06-16T04:07:38.239" v="3803" actId="1076"/>
          <ac:spMkLst>
            <pc:docMk/>
            <pc:sldMk cId="2657124013" sldId="286"/>
            <ac:spMk id="2" creationId="{6296EC22-01E8-168C-481E-504F5BD26A5D}"/>
          </ac:spMkLst>
        </pc:spChg>
        <pc:spChg chg="del">
          <ac:chgData name="Kai Jackson" userId="c48f07d815f89fe7" providerId="LiveId" clId="{08913085-C8AD-403E-80E4-CBE2F19D14BE}" dt="2024-06-13T03:44:03.380" v="1594" actId="478"/>
          <ac:spMkLst>
            <pc:docMk/>
            <pc:sldMk cId="2657124013" sldId="286"/>
            <ac:spMk id="2" creationId="{8168FE0F-5DDC-45A8-F8AE-B2793DA98ECD}"/>
          </ac:spMkLst>
        </pc:spChg>
        <pc:spChg chg="mod">
          <ac:chgData name="Kai Jackson" userId="c48f07d815f89fe7" providerId="LiveId" clId="{08913085-C8AD-403E-80E4-CBE2F19D14BE}" dt="2024-06-18T14:20:01.247" v="5152" actId="207"/>
          <ac:spMkLst>
            <pc:docMk/>
            <pc:sldMk cId="2657124013" sldId="286"/>
            <ac:spMk id="3" creationId="{7F53A727-80EE-3329-1EDF-55D77A1EBC56}"/>
          </ac:spMkLst>
        </pc:spChg>
        <pc:spChg chg="del">
          <ac:chgData name="Kai Jackson" userId="c48f07d815f89fe7" providerId="LiveId" clId="{08913085-C8AD-403E-80E4-CBE2F19D14BE}" dt="2024-06-16T02:24:14.612" v="3479" actId="478"/>
          <ac:spMkLst>
            <pc:docMk/>
            <pc:sldMk cId="2657124013" sldId="286"/>
            <ac:spMk id="4" creationId="{676403C8-956E-C666-9358-BC8C9A350956}"/>
          </ac:spMkLst>
        </pc:spChg>
        <pc:spChg chg="del">
          <ac:chgData name="Kai Jackson" userId="c48f07d815f89fe7" providerId="LiveId" clId="{08913085-C8AD-403E-80E4-CBE2F19D14BE}" dt="2024-06-13T03:51:42.194" v="1640" actId="478"/>
          <ac:spMkLst>
            <pc:docMk/>
            <pc:sldMk cId="2657124013" sldId="286"/>
            <ac:spMk id="5" creationId="{F2ED78F0-5CB0-2C08-7015-37F89F2F7BB5}"/>
          </ac:spMkLst>
        </pc:spChg>
        <pc:spChg chg="add del">
          <ac:chgData name="Kai Jackson" userId="c48f07d815f89fe7" providerId="LiveId" clId="{08913085-C8AD-403E-80E4-CBE2F19D14BE}" dt="2024-06-16T04:56:12.488" v="4057" actId="22"/>
          <ac:spMkLst>
            <pc:docMk/>
            <pc:sldMk cId="2657124013" sldId="286"/>
            <ac:spMk id="7" creationId="{EBDBE2D9-9FAA-A05B-1CC0-CF3DD37D1048}"/>
          </ac:spMkLst>
        </pc:spChg>
        <pc:spChg chg="add del">
          <ac:chgData name="Kai Jackson" userId="c48f07d815f89fe7" providerId="LiveId" clId="{08913085-C8AD-403E-80E4-CBE2F19D14BE}" dt="2024-06-13T03:48:33.698" v="1638" actId="478"/>
          <ac:spMkLst>
            <pc:docMk/>
            <pc:sldMk cId="2657124013" sldId="286"/>
            <ac:spMk id="9" creationId="{8F1A399B-9E87-336C-D282-0BE039EE92CC}"/>
          </ac:spMkLst>
        </pc:spChg>
        <pc:spChg chg="add mod">
          <ac:chgData name="Kai Jackson" userId="c48f07d815f89fe7" providerId="LiveId" clId="{08913085-C8AD-403E-80E4-CBE2F19D14BE}" dt="2024-06-16T06:38:55.520" v="4289" actId="571"/>
          <ac:spMkLst>
            <pc:docMk/>
            <pc:sldMk cId="2657124013" sldId="286"/>
            <ac:spMk id="15" creationId="{396DFE95-2852-8BEC-F5AE-27A4328E9466}"/>
          </ac:spMkLst>
        </pc:spChg>
        <pc:picChg chg="add mod">
          <ac:chgData name="Kai Jackson" userId="c48f07d815f89fe7" providerId="LiveId" clId="{08913085-C8AD-403E-80E4-CBE2F19D14BE}" dt="2024-06-16T06:44:23.109" v="4313" actId="1076"/>
          <ac:picMkLst>
            <pc:docMk/>
            <pc:sldMk cId="2657124013" sldId="286"/>
            <ac:picMk id="8" creationId="{F4BFBD3E-6BCC-76F4-4E76-1D5BFC7F3A1E}"/>
          </ac:picMkLst>
        </pc:picChg>
        <pc:picChg chg="add del mod">
          <ac:chgData name="Kai Jackson" userId="c48f07d815f89fe7" providerId="LiveId" clId="{08913085-C8AD-403E-80E4-CBE2F19D14BE}" dt="2024-06-16T05:11:43.188" v="4149" actId="478"/>
          <ac:picMkLst>
            <pc:docMk/>
            <pc:sldMk cId="2657124013" sldId="286"/>
            <ac:picMk id="10" creationId="{9F6AD871-3938-0046-0C86-389BEC582B5D}"/>
          </ac:picMkLst>
        </pc:picChg>
        <pc:picChg chg="add mod">
          <ac:chgData name="Kai Jackson" userId="c48f07d815f89fe7" providerId="LiveId" clId="{08913085-C8AD-403E-80E4-CBE2F19D14BE}" dt="2024-06-22T07:36:14.961" v="5329" actId="1076"/>
          <ac:picMkLst>
            <pc:docMk/>
            <pc:sldMk cId="2657124013" sldId="286"/>
            <ac:picMk id="12" creationId="{22166CF2-B80C-9137-74FF-64EBDC0598C8}"/>
          </ac:picMkLst>
        </pc:picChg>
        <pc:picChg chg="add mod">
          <ac:chgData name="Kai Jackson" userId="c48f07d815f89fe7" providerId="LiveId" clId="{08913085-C8AD-403E-80E4-CBE2F19D14BE}" dt="2024-06-22T07:36:36.765" v="5330" actId="1076"/>
          <ac:picMkLst>
            <pc:docMk/>
            <pc:sldMk cId="2657124013" sldId="286"/>
            <ac:picMk id="13" creationId="{0B9EB49C-F43D-A78D-62C9-1DF8AA84C59E}"/>
          </ac:picMkLst>
        </pc:picChg>
        <pc:picChg chg="add mod">
          <ac:chgData name="Kai Jackson" userId="c48f07d815f89fe7" providerId="LiveId" clId="{08913085-C8AD-403E-80E4-CBE2F19D14BE}" dt="2024-06-18T14:18:52.656" v="5137" actId="207"/>
          <ac:picMkLst>
            <pc:docMk/>
            <pc:sldMk cId="2657124013" sldId="286"/>
            <ac:picMk id="14" creationId="{4630F8F4-1338-357B-889F-3F420AD67D36}"/>
          </ac:picMkLst>
        </pc:picChg>
        <pc:picChg chg="add mod">
          <ac:chgData name="Kai Jackson" userId="c48f07d815f89fe7" providerId="LiveId" clId="{08913085-C8AD-403E-80E4-CBE2F19D14BE}" dt="2024-06-16T06:38:55.520" v="4289" actId="571"/>
          <ac:picMkLst>
            <pc:docMk/>
            <pc:sldMk cId="2657124013" sldId="286"/>
            <ac:picMk id="16" creationId="{5D5334D6-D5FB-BAF3-FA9E-EC943632C5BF}"/>
          </ac:picMkLst>
        </pc:picChg>
        <pc:picChg chg="add mod">
          <ac:chgData name="Kai Jackson" userId="c48f07d815f89fe7" providerId="LiveId" clId="{08913085-C8AD-403E-80E4-CBE2F19D14BE}" dt="2024-06-16T06:57:59.689" v="4351" actId="1076"/>
          <ac:picMkLst>
            <pc:docMk/>
            <pc:sldMk cId="2657124013" sldId="286"/>
            <ac:picMk id="18" creationId="{54CA5812-41FE-A9B9-986E-4671547B9EB0}"/>
          </ac:picMkLst>
        </pc:picChg>
      </pc:sldChg>
      <pc:sldChg chg="addSp delSp modSp new mod modClrScheme chgLayout">
        <pc:chgData name="Kai Jackson" userId="c48f07d815f89fe7" providerId="LiveId" clId="{08913085-C8AD-403E-80E4-CBE2F19D14BE}" dt="2024-06-22T07:37:12.541" v="5331" actId="208"/>
        <pc:sldMkLst>
          <pc:docMk/>
          <pc:sldMk cId="3324197781" sldId="287"/>
        </pc:sldMkLst>
        <pc:spChg chg="del mod ord">
          <ac:chgData name="Kai Jackson" userId="c48f07d815f89fe7" providerId="LiveId" clId="{08913085-C8AD-403E-80E4-CBE2F19D14BE}" dt="2024-06-13T04:09:03.706" v="1791" actId="700"/>
          <ac:spMkLst>
            <pc:docMk/>
            <pc:sldMk cId="3324197781" sldId="287"/>
            <ac:spMk id="2" creationId="{A24A5BB3-5219-EED8-B8FA-4CF2A20E95E0}"/>
          </ac:spMkLst>
        </pc:spChg>
        <pc:spChg chg="del mod ord">
          <ac:chgData name="Kai Jackson" userId="c48f07d815f89fe7" providerId="LiveId" clId="{08913085-C8AD-403E-80E4-CBE2F19D14BE}" dt="2024-06-13T04:09:03.706" v="1791" actId="700"/>
          <ac:spMkLst>
            <pc:docMk/>
            <pc:sldMk cId="3324197781" sldId="287"/>
            <ac:spMk id="3" creationId="{790AE42D-287D-593E-1B49-55B0C8645876}"/>
          </ac:spMkLst>
        </pc:spChg>
        <pc:spChg chg="add mod">
          <ac:chgData name="Kai Jackson" userId="c48f07d815f89fe7" providerId="LiveId" clId="{08913085-C8AD-403E-80E4-CBE2F19D14BE}" dt="2024-06-16T06:00:13.414" v="4202" actId="113"/>
          <ac:spMkLst>
            <pc:docMk/>
            <pc:sldMk cId="3324197781" sldId="287"/>
            <ac:spMk id="3" creationId="{A89BA6B9-5420-AAF3-5197-668A607DD33F}"/>
          </ac:spMkLst>
        </pc:spChg>
        <pc:spChg chg="del mod ord">
          <ac:chgData name="Kai Jackson" userId="c48f07d815f89fe7" providerId="LiveId" clId="{08913085-C8AD-403E-80E4-CBE2F19D14BE}" dt="2024-06-13T04:09:03.706" v="1791" actId="700"/>
          <ac:spMkLst>
            <pc:docMk/>
            <pc:sldMk cId="3324197781" sldId="287"/>
            <ac:spMk id="4" creationId="{007F91D2-69B9-4D41-1C78-12830D630401}"/>
          </ac:spMkLst>
        </pc:spChg>
        <pc:spChg chg="del mod ord">
          <ac:chgData name="Kai Jackson" userId="c48f07d815f89fe7" providerId="LiveId" clId="{08913085-C8AD-403E-80E4-CBE2F19D14BE}" dt="2024-06-13T04:09:03.706" v="1791" actId="700"/>
          <ac:spMkLst>
            <pc:docMk/>
            <pc:sldMk cId="3324197781" sldId="287"/>
            <ac:spMk id="5" creationId="{1F6A6620-40D0-8696-0230-C23D5C08E850}"/>
          </ac:spMkLst>
        </pc:spChg>
        <pc:spChg chg="del mod ord">
          <ac:chgData name="Kai Jackson" userId="c48f07d815f89fe7" providerId="LiveId" clId="{08913085-C8AD-403E-80E4-CBE2F19D14BE}" dt="2024-06-16T02:24:06.594" v="3476" actId="478"/>
          <ac:spMkLst>
            <pc:docMk/>
            <pc:sldMk cId="3324197781" sldId="287"/>
            <ac:spMk id="6" creationId="{7F04DDA9-2B7B-1C31-0B25-504FB0FD555A}"/>
          </ac:spMkLst>
        </pc:spChg>
        <pc:spChg chg="del mod ord">
          <ac:chgData name="Kai Jackson" userId="c48f07d815f89fe7" providerId="LiveId" clId="{08913085-C8AD-403E-80E4-CBE2F19D14BE}" dt="2024-06-13T04:10:17.365" v="1801" actId="478"/>
          <ac:spMkLst>
            <pc:docMk/>
            <pc:sldMk cId="3324197781" sldId="287"/>
            <ac:spMk id="7" creationId="{23B39CD9-8955-486C-91F5-EBA9BD043EAB}"/>
          </ac:spMkLst>
        </pc:spChg>
        <pc:spChg chg="add del mod ord">
          <ac:chgData name="Kai Jackson" userId="c48f07d815f89fe7" providerId="LiveId" clId="{08913085-C8AD-403E-80E4-CBE2F19D14BE}" dt="2024-06-16T04:33:20.756" v="3933" actId="478"/>
          <ac:spMkLst>
            <pc:docMk/>
            <pc:sldMk cId="3324197781" sldId="287"/>
            <ac:spMk id="7" creationId="{BDD9885E-6469-1737-E5F1-FE8CE7C8684B}"/>
          </ac:spMkLst>
        </pc:spChg>
        <pc:spChg chg="mod ord">
          <ac:chgData name="Kai Jackson" userId="c48f07d815f89fe7" providerId="LiveId" clId="{08913085-C8AD-403E-80E4-CBE2F19D14BE}" dt="2024-06-16T04:33:15.063" v="3932" actId="700"/>
          <ac:spMkLst>
            <pc:docMk/>
            <pc:sldMk cId="3324197781" sldId="287"/>
            <ac:spMk id="8" creationId="{A813697F-8AE9-679F-0F4A-ABE2F93BD416}"/>
          </ac:spMkLst>
        </pc:spChg>
        <pc:spChg chg="add del mod ord">
          <ac:chgData name="Kai Jackson" userId="c48f07d815f89fe7" providerId="LiveId" clId="{08913085-C8AD-403E-80E4-CBE2F19D14BE}" dt="2024-06-13T04:09:20.213" v="1797" actId="478"/>
          <ac:spMkLst>
            <pc:docMk/>
            <pc:sldMk cId="3324197781" sldId="287"/>
            <ac:spMk id="9" creationId="{68E62CE7-74DC-C7EF-DE7A-E8F113F2D1BC}"/>
          </ac:spMkLst>
        </pc:spChg>
        <pc:spChg chg="add del mod ord">
          <ac:chgData name="Kai Jackson" userId="c48f07d815f89fe7" providerId="LiveId" clId="{08913085-C8AD-403E-80E4-CBE2F19D14BE}" dt="2024-06-16T04:33:24.369" v="3934" actId="478"/>
          <ac:spMkLst>
            <pc:docMk/>
            <pc:sldMk cId="3324197781" sldId="287"/>
            <ac:spMk id="9" creationId="{E61A33A1-78AC-B950-089B-78F6EB5E2F38}"/>
          </ac:spMkLst>
        </pc:spChg>
        <pc:spChg chg="add del mod ord">
          <ac:chgData name="Kai Jackson" userId="c48f07d815f89fe7" providerId="LiveId" clId="{08913085-C8AD-403E-80E4-CBE2F19D14BE}" dt="2024-06-13T04:09:07.690" v="1792" actId="478"/>
          <ac:spMkLst>
            <pc:docMk/>
            <pc:sldMk cId="3324197781" sldId="287"/>
            <ac:spMk id="10" creationId="{5CCB37A4-DF59-F8EF-5211-EC979C029629}"/>
          </ac:spMkLst>
        </pc:spChg>
        <pc:spChg chg="add del mod ord">
          <ac:chgData name="Kai Jackson" userId="c48f07d815f89fe7" providerId="LiveId" clId="{08913085-C8AD-403E-80E4-CBE2F19D14BE}" dt="2024-06-13T04:09:09.002" v="1793" actId="478"/>
          <ac:spMkLst>
            <pc:docMk/>
            <pc:sldMk cId="3324197781" sldId="287"/>
            <ac:spMk id="11" creationId="{F694648E-1BC7-12BF-FDF2-21185FA61F88}"/>
          </ac:spMkLst>
        </pc:spChg>
        <pc:spChg chg="add del mod ord">
          <ac:chgData name="Kai Jackson" userId="c48f07d815f89fe7" providerId="LiveId" clId="{08913085-C8AD-403E-80E4-CBE2F19D14BE}" dt="2024-06-13T04:09:10.140" v="1794" actId="478"/>
          <ac:spMkLst>
            <pc:docMk/>
            <pc:sldMk cId="3324197781" sldId="287"/>
            <ac:spMk id="12" creationId="{87892FF6-52B8-574B-B633-A40DBA2BEDBA}"/>
          </ac:spMkLst>
        </pc:spChg>
        <pc:spChg chg="add del mod ord">
          <ac:chgData name="Kai Jackson" userId="c48f07d815f89fe7" providerId="LiveId" clId="{08913085-C8AD-403E-80E4-CBE2F19D14BE}" dt="2024-06-13T04:09:12.396" v="1795" actId="478"/>
          <ac:spMkLst>
            <pc:docMk/>
            <pc:sldMk cId="3324197781" sldId="287"/>
            <ac:spMk id="13" creationId="{46849900-4122-B843-1FA4-0804396958FE}"/>
          </ac:spMkLst>
        </pc:spChg>
        <pc:spChg chg="add mod">
          <ac:chgData name="Kai Jackson" userId="c48f07d815f89fe7" providerId="LiveId" clId="{08913085-C8AD-403E-80E4-CBE2F19D14BE}" dt="2024-06-13T04:10:11.994" v="1800"/>
          <ac:spMkLst>
            <pc:docMk/>
            <pc:sldMk cId="3324197781" sldId="287"/>
            <ac:spMk id="14" creationId="{B7273486-6065-7B6B-F9D2-C902FC7EE785}"/>
          </ac:spMkLst>
        </pc:spChg>
        <pc:spChg chg="add del mod ord">
          <ac:chgData name="Kai Jackson" userId="c48f07d815f89fe7" providerId="LiveId" clId="{08913085-C8AD-403E-80E4-CBE2F19D14BE}" dt="2024-06-13T07:29:05.966" v="2222" actId="478"/>
          <ac:spMkLst>
            <pc:docMk/>
            <pc:sldMk cId="3324197781" sldId="287"/>
            <ac:spMk id="29" creationId="{EE657E02-857A-C538-318D-F00116012423}"/>
          </ac:spMkLst>
        </pc:spChg>
        <pc:spChg chg="add del mod ord">
          <ac:chgData name="Kai Jackson" userId="c48f07d815f89fe7" providerId="LiveId" clId="{08913085-C8AD-403E-80E4-CBE2F19D14BE}" dt="2024-06-13T08:40:35.419" v="2374" actId="478"/>
          <ac:spMkLst>
            <pc:docMk/>
            <pc:sldMk cId="3324197781" sldId="287"/>
            <ac:spMk id="30" creationId="{C84C7836-260A-9474-DC8A-1085E67F3BE3}"/>
          </ac:spMkLst>
        </pc:spChg>
        <pc:spChg chg="add del mod ord">
          <ac:chgData name="Kai Jackson" userId="c48f07d815f89fe7" providerId="LiveId" clId="{08913085-C8AD-403E-80E4-CBE2F19D14BE}" dt="2024-06-13T08:40:35.419" v="2374" actId="478"/>
          <ac:spMkLst>
            <pc:docMk/>
            <pc:sldMk cId="3324197781" sldId="287"/>
            <ac:spMk id="31" creationId="{96589226-D67D-F748-72DB-17BECDBCD107}"/>
          </ac:spMkLst>
        </pc:spChg>
        <pc:spChg chg="add del mod ord">
          <ac:chgData name="Kai Jackson" userId="c48f07d815f89fe7" providerId="LiveId" clId="{08913085-C8AD-403E-80E4-CBE2F19D14BE}" dt="2024-06-13T08:40:35.419" v="2374" actId="478"/>
          <ac:spMkLst>
            <pc:docMk/>
            <pc:sldMk cId="3324197781" sldId="287"/>
            <ac:spMk id="32" creationId="{F1DA2FCE-D38F-2670-FA12-423543ABD83E}"/>
          </ac:spMkLst>
        </pc:spChg>
        <pc:spChg chg="add del mod ord">
          <ac:chgData name="Kai Jackson" userId="c48f07d815f89fe7" providerId="LiveId" clId="{08913085-C8AD-403E-80E4-CBE2F19D14BE}" dt="2024-06-13T08:40:35.419" v="2374" actId="478"/>
          <ac:spMkLst>
            <pc:docMk/>
            <pc:sldMk cId="3324197781" sldId="287"/>
            <ac:spMk id="33" creationId="{77FE4513-95CA-C0E2-44C6-FE736576D6D0}"/>
          </ac:spMkLst>
        </pc:spChg>
        <pc:spChg chg="add del mod ord">
          <ac:chgData name="Kai Jackson" userId="c48f07d815f89fe7" providerId="LiveId" clId="{08913085-C8AD-403E-80E4-CBE2F19D14BE}" dt="2024-06-13T08:40:39.361" v="2375" actId="478"/>
          <ac:spMkLst>
            <pc:docMk/>
            <pc:sldMk cId="3324197781" sldId="287"/>
            <ac:spMk id="34" creationId="{BAC7D2A0-12EF-B505-02F0-C1533ADAD097}"/>
          </ac:spMkLst>
        </pc:spChg>
        <pc:spChg chg="add del mod ord">
          <ac:chgData name="Kai Jackson" userId="c48f07d815f89fe7" providerId="LiveId" clId="{08913085-C8AD-403E-80E4-CBE2F19D14BE}" dt="2024-06-13T08:40:40.208" v="2376" actId="478"/>
          <ac:spMkLst>
            <pc:docMk/>
            <pc:sldMk cId="3324197781" sldId="287"/>
            <ac:spMk id="35" creationId="{D972D6E9-1F34-BFB9-E3CE-66C088CE8925}"/>
          </ac:spMkLst>
        </pc:spChg>
        <pc:spChg chg="add del mod ord">
          <ac:chgData name="Kai Jackson" userId="c48f07d815f89fe7" providerId="LiveId" clId="{08913085-C8AD-403E-80E4-CBE2F19D14BE}" dt="2024-06-13T07:49:50.422" v="2268" actId="478"/>
          <ac:spMkLst>
            <pc:docMk/>
            <pc:sldMk cId="3324197781" sldId="287"/>
            <ac:spMk id="36" creationId="{560B8C63-426E-4CB6-F6C6-FB24E482F1E6}"/>
          </ac:spMkLst>
        </pc:spChg>
        <pc:spChg chg="add del mod ord">
          <ac:chgData name="Kai Jackson" userId="c48f07d815f89fe7" providerId="LiveId" clId="{08913085-C8AD-403E-80E4-CBE2F19D14BE}" dt="2024-06-13T07:49:51.488" v="2269" actId="478"/>
          <ac:spMkLst>
            <pc:docMk/>
            <pc:sldMk cId="3324197781" sldId="287"/>
            <ac:spMk id="37" creationId="{607E3974-01A0-7041-0806-73F544E0FC5C}"/>
          </ac:spMkLst>
        </pc:spChg>
        <pc:spChg chg="add del mod ord">
          <ac:chgData name="Kai Jackson" userId="c48f07d815f89fe7" providerId="LiveId" clId="{08913085-C8AD-403E-80E4-CBE2F19D14BE}" dt="2024-06-13T07:49:52.183" v="2270" actId="478"/>
          <ac:spMkLst>
            <pc:docMk/>
            <pc:sldMk cId="3324197781" sldId="287"/>
            <ac:spMk id="38" creationId="{E09DA20C-559D-C91E-0F16-40F621036422}"/>
          </ac:spMkLst>
        </pc:spChg>
        <pc:spChg chg="add del mod ord">
          <ac:chgData name="Kai Jackson" userId="c48f07d815f89fe7" providerId="LiveId" clId="{08913085-C8AD-403E-80E4-CBE2F19D14BE}" dt="2024-06-13T07:29:06.889" v="2223" actId="478"/>
          <ac:spMkLst>
            <pc:docMk/>
            <pc:sldMk cId="3324197781" sldId="287"/>
            <ac:spMk id="39" creationId="{0607A948-1F17-755E-CCB9-E9170B161F00}"/>
          </ac:spMkLst>
        </pc:spChg>
        <pc:spChg chg="add del mod ord">
          <ac:chgData name="Kai Jackson" userId="c48f07d815f89fe7" providerId="LiveId" clId="{08913085-C8AD-403E-80E4-CBE2F19D14BE}" dt="2024-06-13T07:29:08.371" v="2224" actId="478"/>
          <ac:spMkLst>
            <pc:docMk/>
            <pc:sldMk cId="3324197781" sldId="287"/>
            <ac:spMk id="40" creationId="{9A49BBD3-956C-1054-2BA5-5784316D9F97}"/>
          </ac:spMkLst>
        </pc:spChg>
        <pc:spChg chg="add del mod ord">
          <ac:chgData name="Kai Jackson" userId="c48f07d815f89fe7" providerId="LiveId" clId="{08913085-C8AD-403E-80E4-CBE2F19D14BE}" dt="2024-06-13T07:29:11.465" v="2225" actId="478"/>
          <ac:spMkLst>
            <pc:docMk/>
            <pc:sldMk cId="3324197781" sldId="287"/>
            <ac:spMk id="41" creationId="{5A6470D9-604B-6B74-3393-32F4C75925FD}"/>
          </ac:spMkLst>
        </pc:spChg>
        <pc:spChg chg="add del mod ord">
          <ac:chgData name="Kai Jackson" userId="c48f07d815f89fe7" providerId="LiveId" clId="{08913085-C8AD-403E-80E4-CBE2F19D14BE}" dt="2024-06-13T08:40:35.419" v="2374" actId="478"/>
          <ac:spMkLst>
            <pc:docMk/>
            <pc:sldMk cId="3324197781" sldId="287"/>
            <ac:spMk id="42" creationId="{F37D7711-D061-7B30-B4AD-83FF365E1D56}"/>
          </ac:spMkLst>
        </pc:spChg>
        <pc:spChg chg="add del mod ord">
          <ac:chgData name="Kai Jackson" userId="c48f07d815f89fe7" providerId="LiveId" clId="{08913085-C8AD-403E-80E4-CBE2F19D14BE}" dt="2024-06-13T08:40:35.419" v="2374" actId="478"/>
          <ac:spMkLst>
            <pc:docMk/>
            <pc:sldMk cId="3324197781" sldId="287"/>
            <ac:spMk id="43" creationId="{B6768E39-79BD-AC6E-F518-897A2A0497E7}"/>
          </ac:spMkLst>
        </pc:spChg>
        <pc:spChg chg="add del mod ord">
          <ac:chgData name="Kai Jackson" userId="c48f07d815f89fe7" providerId="LiveId" clId="{08913085-C8AD-403E-80E4-CBE2F19D14BE}" dt="2024-06-13T08:40:35.419" v="2374" actId="478"/>
          <ac:spMkLst>
            <pc:docMk/>
            <pc:sldMk cId="3324197781" sldId="287"/>
            <ac:spMk id="44" creationId="{DC2E0C2B-DE37-4A15-6CE7-3C4C4A251F4F}"/>
          </ac:spMkLst>
        </pc:spChg>
        <pc:spChg chg="add del mod ord">
          <ac:chgData name="Kai Jackson" userId="c48f07d815f89fe7" providerId="LiveId" clId="{08913085-C8AD-403E-80E4-CBE2F19D14BE}" dt="2024-06-13T08:40:35.419" v="2374" actId="478"/>
          <ac:spMkLst>
            <pc:docMk/>
            <pc:sldMk cId="3324197781" sldId="287"/>
            <ac:spMk id="45" creationId="{CD8D4F47-101A-6C86-0736-BC3A8792FD51}"/>
          </ac:spMkLst>
        </pc:spChg>
        <pc:spChg chg="add del mod ord">
          <ac:chgData name="Kai Jackson" userId="c48f07d815f89fe7" providerId="LiveId" clId="{08913085-C8AD-403E-80E4-CBE2F19D14BE}" dt="2024-06-13T08:40:41.108" v="2377" actId="478"/>
          <ac:spMkLst>
            <pc:docMk/>
            <pc:sldMk cId="3324197781" sldId="287"/>
            <ac:spMk id="46" creationId="{1B9856D0-8DE8-BC2B-6713-6A6C8EA273EE}"/>
          </ac:spMkLst>
        </pc:spChg>
        <pc:spChg chg="add del mod ord">
          <ac:chgData name="Kai Jackson" userId="c48f07d815f89fe7" providerId="LiveId" clId="{08913085-C8AD-403E-80E4-CBE2F19D14BE}" dt="2024-06-13T08:40:43.794" v="2378" actId="478"/>
          <ac:spMkLst>
            <pc:docMk/>
            <pc:sldMk cId="3324197781" sldId="287"/>
            <ac:spMk id="47" creationId="{5A0DD4E0-AE5F-C6AD-AC89-BE8B46662F76}"/>
          </ac:spMkLst>
        </pc:spChg>
        <pc:spChg chg="add del mod ord">
          <ac:chgData name="Kai Jackson" userId="c48f07d815f89fe7" providerId="LiveId" clId="{08913085-C8AD-403E-80E4-CBE2F19D14BE}" dt="2024-06-13T07:29:18.842" v="2231" actId="478"/>
          <ac:spMkLst>
            <pc:docMk/>
            <pc:sldMk cId="3324197781" sldId="287"/>
            <ac:spMk id="48" creationId="{8926CDC0-4B32-76CC-484E-F27107D1F680}"/>
          </ac:spMkLst>
        </pc:spChg>
        <pc:spChg chg="add del mod ord">
          <ac:chgData name="Kai Jackson" userId="c48f07d815f89fe7" providerId="LiveId" clId="{08913085-C8AD-403E-80E4-CBE2F19D14BE}" dt="2024-06-13T07:29:16.932" v="2229" actId="478"/>
          <ac:spMkLst>
            <pc:docMk/>
            <pc:sldMk cId="3324197781" sldId="287"/>
            <ac:spMk id="49" creationId="{C6408CA0-9DE0-F669-CC36-CF06C69CCD29}"/>
          </ac:spMkLst>
        </pc:spChg>
        <pc:spChg chg="add del mod ord">
          <ac:chgData name="Kai Jackson" userId="c48f07d815f89fe7" providerId="LiveId" clId="{08913085-C8AD-403E-80E4-CBE2F19D14BE}" dt="2024-06-13T07:29:17.918" v="2230" actId="478"/>
          <ac:spMkLst>
            <pc:docMk/>
            <pc:sldMk cId="3324197781" sldId="287"/>
            <ac:spMk id="50" creationId="{F8C0091A-AEE9-A20C-46C3-6F159C26C356}"/>
          </ac:spMkLst>
        </pc:spChg>
        <pc:spChg chg="add del mod ord">
          <ac:chgData name="Kai Jackson" userId="c48f07d815f89fe7" providerId="LiveId" clId="{08913085-C8AD-403E-80E4-CBE2F19D14BE}" dt="2024-06-13T07:29:12.297" v="2226" actId="478"/>
          <ac:spMkLst>
            <pc:docMk/>
            <pc:sldMk cId="3324197781" sldId="287"/>
            <ac:spMk id="51" creationId="{07C563E7-5D50-B9F3-8A9B-7761F3AB04D4}"/>
          </ac:spMkLst>
        </pc:spChg>
        <pc:spChg chg="add del mod ord">
          <ac:chgData name="Kai Jackson" userId="c48f07d815f89fe7" providerId="LiveId" clId="{08913085-C8AD-403E-80E4-CBE2F19D14BE}" dt="2024-06-13T07:29:13.806" v="2227" actId="478"/>
          <ac:spMkLst>
            <pc:docMk/>
            <pc:sldMk cId="3324197781" sldId="287"/>
            <ac:spMk id="52" creationId="{EC1B8F30-8626-E8FE-90CB-0E718B50F413}"/>
          </ac:spMkLst>
        </pc:spChg>
        <pc:spChg chg="add del mod ord">
          <ac:chgData name="Kai Jackson" userId="c48f07d815f89fe7" providerId="LiveId" clId="{08913085-C8AD-403E-80E4-CBE2F19D14BE}" dt="2024-06-13T07:29:15.497" v="2228" actId="478"/>
          <ac:spMkLst>
            <pc:docMk/>
            <pc:sldMk cId="3324197781" sldId="287"/>
            <ac:spMk id="53" creationId="{69306115-4A80-91A7-A52B-BD3600336A7F}"/>
          </ac:spMkLst>
        </pc:spChg>
        <pc:spChg chg="add del mod">
          <ac:chgData name="Kai Jackson" userId="c48f07d815f89fe7" providerId="LiveId" clId="{08913085-C8AD-403E-80E4-CBE2F19D14BE}" dt="2024-06-13T07:31:43.450" v="2237"/>
          <ac:spMkLst>
            <pc:docMk/>
            <pc:sldMk cId="3324197781" sldId="287"/>
            <ac:spMk id="54" creationId="{BFAC16EA-ED19-BFED-ACE2-905BA956FC9F}"/>
          </ac:spMkLst>
        </pc:spChg>
        <pc:picChg chg="add mod">
          <ac:chgData name="Kai Jackson" userId="c48f07d815f89fe7" providerId="LiveId" clId="{08913085-C8AD-403E-80E4-CBE2F19D14BE}" dt="2024-06-22T07:37:12.541" v="5331" actId="208"/>
          <ac:picMkLst>
            <pc:docMk/>
            <pc:sldMk cId="3324197781" sldId="287"/>
            <ac:picMk id="5" creationId="{2DD9675B-78FB-49EA-D2F0-1636C3EA04C1}"/>
          </ac:picMkLst>
        </pc:picChg>
        <pc:picChg chg="add del mod">
          <ac:chgData name="Kai Jackson" userId="c48f07d815f89fe7" providerId="LiveId" clId="{08913085-C8AD-403E-80E4-CBE2F19D14BE}" dt="2024-06-13T06:50:13.015" v="2168" actId="478"/>
          <ac:picMkLst>
            <pc:docMk/>
            <pc:sldMk cId="3324197781" sldId="287"/>
            <ac:picMk id="16" creationId="{DB47E7A7-F87C-6B07-566E-742C81266ADA}"/>
          </ac:picMkLst>
        </pc:picChg>
        <pc:picChg chg="add del mod">
          <ac:chgData name="Kai Jackson" userId="c48f07d815f89fe7" providerId="LiveId" clId="{08913085-C8AD-403E-80E4-CBE2F19D14BE}" dt="2024-06-13T06:55:55.510" v="2174" actId="478"/>
          <ac:picMkLst>
            <pc:docMk/>
            <pc:sldMk cId="3324197781" sldId="287"/>
            <ac:picMk id="18" creationId="{206E7A40-7460-59F9-210B-B832CF07C7A5}"/>
          </ac:picMkLst>
        </pc:picChg>
        <pc:picChg chg="add del mod">
          <ac:chgData name="Kai Jackson" userId="c48f07d815f89fe7" providerId="LiveId" clId="{08913085-C8AD-403E-80E4-CBE2F19D14BE}" dt="2024-06-13T07:28:47.517" v="2218" actId="478"/>
          <ac:picMkLst>
            <pc:docMk/>
            <pc:sldMk cId="3324197781" sldId="287"/>
            <ac:picMk id="20" creationId="{46340B96-5DA3-DC0A-59F0-F9349E03A591}"/>
          </ac:picMkLst>
        </pc:picChg>
        <pc:picChg chg="add del mod">
          <ac:chgData name="Kai Jackson" userId="c48f07d815f89fe7" providerId="LiveId" clId="{08913085-C8AD-403E-80E4-CBE2F19D14BE}" dt="2024-06-13T07:25:45.578" v="2198" actId="478"/>
          <ac:picMkLst>
            <pc:docMk/>
            <pc:sldMk cId="3324197781" sldId="287"/>
            <ac:picMk id="22" creationId="{CA6A169B-3305-A69D-1F61-82CC41EEFD07}"/>
          </ac:picMkLst>
        </pc:picChg>
        <pc:picChg chg="add del mod">
          <ac:chgData name="Kai Jackson" userId="c48f07d815f89fe7" providerId="LiveId" clId="{08913085-C8AD-403E-80E4-CBE2F19D14BE}" dt="2024-06-13T07:26:54.701" v="2208" actId="478"/>
          <ac:picMkLst>
            <pc:docMk/>
            <pc:sldMk cId="3324197781" sldId="287"/>
            <ac:picMk id="24" creationId="{9D9EBB5F-6691-67A2-8069-B05A419C1EBD}"/>
          </ac:picMkLst>
        </pc:picChg>
        <pc:picChg chg="add del mod">
          <ac:chgData name="Kai Jackson" userId="c48f07d815f89fe7" providerId="LiveId" clId="{08913085-C8AD-403E-80E4-CBE2F19D14BE}" dt="2024-06-13T07:49:46.490" v="2266" actId="478"/>
          <ac:picMkLst>
            <pc:docMk/>
            <pc:sldMk cId="3324197781" sldId="287"/>
            <ac:picMk id="26" creationId="{48135C20-D8C2-2A44-B8E9-E944EE2CD5B0}"/>
          </ac:picMkLst>
        </pc:picChg>
        <pc:picChg chg="add mod">
          <ac:chgData name="Kai Jackson" userId="c48f07d815f89fe7" providerId="LiveId" clId="{08913085-C8AD-403E-80E4-CBE2F19D14BE}" dt="2024-06-16T04:33:38.457" v="3935" actId="1076"/>
          <ac:picMkLst>
            <pc:docMk/>
            <pc:sldMk cId="3324197781" sldId="287"/>
            <ac:picMk id="28" creationId="{9BA90040-ECFA-FC04-C523-3D95152C88FC}"/>
          </ac:picMkLst>
        </pc:picChg>
        <pc:picChg chg="add del mod">
          <ac:chgData name="Kai Jackson" userId="c48f07d815f89fe7" providerId="LiveId" clId="{08913085-C8AD-403E-80E4-CBE2F19D14BE}" dt="2024-06-13T08:40:47.545" v="2381" actId="478"/>
          <ac:picMkLst>
            <pc:docMk/>
            <pc:sldMk cId="3324197781" sldId="287"/>
            <ac:picMk id="56" creationId="{0AB860D6-5856-2AE0-6F30-F442F076410A}"/>
          </ac:picMkLst>
        </pc:picChg>
        <pc:picChg chg="add mod">
          <ac:chgData name="Kai Jackson" userId="c48f07d815f89fe7" providerId="LiveId" clId="{08913085-C8AD-403E-80E4-CBE2F19D14BE}" dt="2024-06-16T04:33:38.457" v="3935" actId="1076"/>
          <ac:picMkLst>
            <pc:docMk/>
            <pc:sldMk cId="3324197781" sldId="287"/>
            <ac:picMk id="58" creationId="{EBD22929-A14F-8554-B6F1-5B3F70476749}"/>
          </ac:picMkLst>
        </pc:picChg>
      </pc:sldChg>
      <pc:sldChg chg="addSp delSp modSp add del mod modClrScheme chgLayout">
        <pc:chgData name="Kai Jackson" userId="c48f07d815f89fe7" providerId="LiveId" clId="{08913085-C8AD-403E-80E4-CBE2F19D14BE}" dt="2024-06-13T04:17:19.325" v="1847" actId="47"/>
        <pc:sldMkLst>
          <pc:docMk/>
          <pc:sldMk cId="3856466484" sldId="288"/>
        </pc:sldMkLst>
        <pc:spChg chg="add del mod ord">
          <ac:chgData name="Kai Jackson" userId="c48f07d815f89fe7" providerId="LiveId" clId="{08913085-C8AD-403E-80E4-CBE2F19D14BE}" dt="2024-06-13T04:14:45.185" v="1845" actId="478"/>
          <ac:spMkLst>
            <pc:docMk/>
            <pc:sldMk cId="3856466484" sldId="288"/>
            <ac:spMk id="2" creationId="{07A96B1B-A4AD-4980-6032-7EDF3D6DBBDB}"/>
          </ac:spMkLst>
        </pc:spChg>
        <pc:spChg chg="add del mod ord">
          <ac:chgData name="Kai Jackson" userId="c48f07d815f89fe7" providerId="LiveId" clId="{08913085-C8AD-403E-80E4-CBE2F19D14BE}" dt="2024-06-13T04:14:37.589" v="1841" actId="478"/>
          <ac:spMkLst>
            <pc:docMk/>
            <pc:sldMk cId="3856466484" sldId="288"/>
            <ac:spMk id="3" creationId="{809767FF-AE2B-92A8-EB8C-F7C2145AD7F6}"/>
          </ac:spMkLst>
        </pc:spChg>
        <pc:spChg chg="add del mod ord">
          <ac:chgData name="Kai Jackson" userId="c48f07d815f89fe7" providerId="LiveId" clId="{08913085-C8AD-403E-80E4-CBE2F19D14BE}" dt="2024-06-13T04:14:35.200" v="1840" actId="478"/>
          <ac:spMkLst>
            <pc:docMk/>
            <pc:sldMk cId="3856466484" sldId="288"/>
            <ac:spMk id="4" creationId="{309E161D-8CF2-AF0D-1AA6-D1715D5825D6}"/>
          </ac:spMkLst>
        </pc:spChg>
        <pc:spChg chg="add del mod ord">
          <ac:chgData name="Kai Jackson" userId="c48f07d815f89fe7" providerId="LiveId" clId="{08913085-C8AD-403E-80E4-CBE2F19D14BE}" dt="2024-06-13T04:14:42.543" v="1843" actId="478"/>
          <ac:spMkLst>
            <pc:docMk/>
            <pc:sldMk cId="3856466484" sldId="288"/>
            <ac:spMk id="5" creationId="{369730CF-41CB-956D-F57A-76EE99DC14F3}"/>
          </ac:spMkLst>
        </pc:spChg>
        <pc:spChg chg="mod ord">
          <ac:chgData name="Kai Jackson" userId="c48f07d815f89fe7" providerId="LiveId" clId="{08913085-C8AD-403E-80E4-CBE2F19D14BE}" dt="2024-06-13T04:14:27.692" v="1838" actId="700"/>
          <ac:spMkLst>
            <pc:docMk/>
            <pc:sldMk cId="3856466484" sldId="288"/>
            <ac:spMk id="6" creationId="{7F04DDA9-2B7B-1C31-0B25-504FB0FD555A}"/>
          </ac:spMkLst>
        </pc:spChg>
        <pc:spChg chg="add del mod ord">
          <ac:chgData name="Kai Jackson" userId="c48f07d815f89fe7" providerId="LiveId" clId="{08913085-C8AD-403E-80E4-CBE2F19D14BE}" dt="2024-06-13T04:14:41.535" v="1842" actId="478"/>
          <ac:spMkLst>
            <pc:docMk/>
            <pc:sldMk cId="3856466484" sldId="288"/>
            <ac:spMk id="7" creationId="{2D50FA78-1213-62B9-E4E1-C6CFB8F08BF4}"/>
          </ac:spMkLst>
        </pc:spChg>
        <pc:spChg chg="mod ord">
          <ac:chgData name="Kai Jackson" userId="c48f07d815f89fe7" providerId="LiveId" clId="{08913085-C8AD-403E-80E4-CBE2F19D14BE}" dt="2024-06-13T04:14:27.692" v="1838" actId="700"/>
          <ac:spMkLst>
            <pc:docMk/>
            <pc:sldMk cId="3856466484" sldId="288"/>
            <ac:spMk id="8" creationId="{A813697F-8AE9-679F-0F4A-ABE2F93BD416}"/>
          </ac:spMkLst>
        </pc:spChg>
        <pc:spChg chg="add del mod ord">
          <ac:chgData name="Kai Jackson" userId="c48f07d815f89fe7" providerId="LiveId" clId="{08913085-C8AD-403E-80E4-CBE2F19D14BE}" dt="2024-06-13T04:14:34.085" v="1839" actId="478"/>
          <ac:spMkLst>
            <pc:docMk/>
            <pc:sldMk cId="3856466484" sldId="288"/>
            <ac:spMk id="9" creationId="{C2BD1D39-50F3-F5B0-9CD7-627292E0F4B4}"/>
          </ac:spMkLst>
        </pc:spChg>
        <pc:spChg chg="add del mod ord">
          <ac:chgData name="Kai Jackson" userId="c48f07d815f89fe7" providerId="LiveId" clId="{08913085-C8AD-403E-80E4-CBE2F19D14BE}" dt="2024-06-13T04:14:44.120" v="1844" actId="478"/>
          <ac:spMkLst>
            <pc:docMk/>
            <pc:sldMk cId="3856466484" sldId="288"/>
            <ac:spMk id="10" creationId="{CE0BCBBA-2D00-0127-C8E5-239ED32A3129}"/>
          </ac:spMkLst>
        </pc:spChg>
        <pc:spChg chg="mod">
          <ac:chgData name="Kai Jackson" userId="c48f07d815f89fe7" providerId="LiveId" clId="{08913085-C8AD-403E-80E4-CBE2F19D14BE}" dt="2024-06-13T04:14:19.117" v="1837" actId="1076"/>
          <ac:spMkLst>
            <pc:docMk/>
            <pc:sldMk cId="3856466484" sldId="288"/>
            <ac:spMk id="14" creationId="{B7273486-6065-7B6B-F9D2-C902FC7EE785}"/>
          </ac:spMkLst>
        </pc:spChg>
      </pc:sldChg>
      <pc:sldChg chg="addSp delSp modSp add mod modClrScheme chgLayout">
        <pc:chgData name="Kai Jackson" userId="c48f07d815f89fe7" providerId="LiveId" clId="{08913085-C8AD-403E-80E4-CBE2F19D14BE}" dt="2024-06-16T06:00:29.637" v="4206" actId="207"/>
        <pc:sldMkLst>
          <pc:docMk/>
          <pc:sldMk cId="2150041802" sldId="289"/>
        </pc:sldMkLst>
        <pc:spChg chg="add mod">
          <ac:chgData name="Kai Jackson" userId="c48f07d815f89fe7" providerId="LiveId" clId="{08913085-C8AD-403E-80E4-CBE2F19D14BE}" dt="2024-06-16T06:00:29.637" v="4206" actId="207"/>
          <ac:spMkLst>
            <pc:docMk/>
            <pc:sldMk cId="2150041802" sldId="289"/>
            <ac:spMk id="2" creationId="{B91315E2-1CF8-99C0-A0AB-F6069347B617}"/>
          </ac:spMkLst>
        </pc:spChg>
        <pc:spChg chg="add mod">
          <ac:chgData name="Kai Jackson" userId="c48f07d815f89fe7" providerId="LiveId" clId="{08913085-C8AD-403E-80E4-CBE2F19D14BE}" dt="2024-06-15T08:24:43.462" v="2754"/>
          <ac:spMkLst>
            <pc:docMk/>
            <pc:sldMk cId="2150041802" sldId="289"/>
            <ac:spMk id="3" creationId="{C6EE19BC-3032-C047-CA5E-F5AB2A32C548}"/>
          </ac:spMkLst>
        </pc:spChg>
        <pc:spChg chg="del mod ord">
          <ac:chgData name="Kai Jackson" userId="c48f07d815f89fe7" providerId="LiveId" clId="{08913085-C8AD-403E-80E4-CBE2F19D14BE}" dt="2024-06-16T02:24:02.739" v="3474" actId="478"/>
          <ac:spMkLst>
            <pc:docMk/>
            <pc:sldMk cId="2150041802" sldId="289"/>
            <ac:spMk id="6" creationId="{7F04DDA9-2B7B-1C31-0B25-504FB0FD555A}"/>
          </ac:spMkLst>
        </pc:spChg>
        <pc:spChg chg="mod ord">
          <ac:chgData name="Kai Jackson" userId="c48f07d815f89fe7" providerId="LiveId" clId="{08913085-C8AD-403E-80E4-CBE2F19D14BE}" dt="2024-06-16T04:33:48.005" v="3936" actId="700"/>
          <ac:spMkLst>
            <pc:docMk/>
            <pc:sldMk cId="2150041802" sldId="289"/>
            <ac:spMk id="8" creationId="{A813697F-8AE9-679F-0F4A-ABE2F93BD416}"/>
          </ac:spMkLst>
        </pc:spChg>
        <pc:spChg chg="add del mod ord">
          <ac:chgData name="Kai Jackson" userId="c48f07d815f89fe7" providerId="LiveId" clId="{08913085-C8AD-403E-80E4-CBE2F19D14BE}" dt="2024-06-13T07:39:07.984" v="2246" actId="478"/>
          <ac:spMkLst>
            <pc:docMk/>
            <pc:sldMk cId="2150041802" sldId="289"/>
            <ac:spMk id="10" creationId="{6C0A10E2-4659-49EB-E152-174B20309937}"/>
          </ac:spMkLst>
        </pc:spChg>
        <pc:spChg chg="add del mod ord">
          <ac:chgData name="Kai Jackson" userId="c48f07d815f89fe7" providerId="LiveId" clId="{08913085-C8AD-403E-80E4-CBE2F19D14BE}" dt="2024-06-16T02:29:22.729" v="3491"/>
          <ac:spMkLst>
            <pc:docMk/>
            <pc:sldMk cId="2150041802" sldId="289"/>
            <ac:spMk id="11" creationId="{F28C00E2-A357-E9F5-6663-C680BC0D0AE2}"/>
          </ac:spMkLst>
        </pc:spChg>
        <pc:spChg chg="add del mod ord">
          <ac:chgData name="Kai Jackson" userId="c48f07d815f89fe7" providerId="LiveId" clId="{08913085-C8AD-403E-80E4-CBE2F19D14BE}" dt="2024-06-16T04:33:48.005" v="3936" actId="700"/>
          <ac:spMkLst>
            <pc:docMk/>
            <pc:sldMk cId="2150041802" sldId="289"/>
            <ac:spMk id="12" creationId="{AD60C8F1-1303-CCA5-0F78-53C76B94D743}"/>
          </ac:spMkLst>
        </pc:spChg>
        <pc:spChg chg="add del mod ord">
          <ac:chgData name="Kai Jackson" userId="c48f07d815f89fe7" providerId="LiveId" clId="{08913085-C8AD-403E-80E4-CBE2F19D14BE}" dt="2024-06-16T04:33:48.005" v="3936" actId="700"/>
          <ac:spMkLst>
            <pc:docMk/>
            <pc:sldMk cId="2150041802" sldId="289"/>
            <ac:spMk id="13" creationId="{D0178BD5-35FC-A598-A059-2D0ACDAB176B}"/>
          </ac:spMkLst>
        </pc:spChg>
        <pc:spChg chg="mod">
          <ac:chgData name="Kai Jackson" userId="c48f07d815f89fe7" providerId="LiveId" clId="{08913085-C8AD-403E-80E4-CBE2F19D14BE}" dt="2024-06-13T04:20:09.225" v="1881" actId="1076"/>
          <ac:spMkLst>
            <pc:docMk/>
            <pc:sldMk cId="2150041802" sldId="289"/>
            <ac:spMk id="14" creationId="{B7273486-6065-7B6B-F9D2-C902FC7EE785}"/>
          </ac:spMkLst>
        </pc:spChg>
        <pc:spChg chg="add del mod ord">
          <ac:chgData name="Kai Jackson" userId="c48f07d815f89fe7" providerId="LiveId" clId="{08913085-C8AD-403E-80E4-CBE2F19D14BE}" dt="2024-06-16T04:33:48.005" v="3936" actId="700"/>
          <ac:spMkLst>
            <pc:docMk/>
            <pc:sldMk cId="2150041802" sldId="289"/>
            <ac:spMk id="15" creationId="{56E03ECE-7020-26BB-9A03-774209FF97D6}"/>
          </ac:spMkLst>
        </pc:spChg>
        <pc:spChg chg="add del mod ord">
          <ac:chgData name="Kai Jackson" userId="c48f07d815f89fe7" providerId="LiveId" clId="{08913085-C8AD-403E-80E4-CBE2F19D14BE}" dt="2024-06-16T04:33:48.005" v="3936" actId="700"/>
          <ac:spMkLst>
            <pc:docMk/>
            <pc:sldMk cId="2150041802" sldId="289"/>
            <ac:spMk id="16" creationId="{C8E7A4D7-E8C0-4934-BE31-9039AFD521B8}"/>
          </ac:spMkLst>
        </pc:spChg>
        <pc:spChg chg="add del mod ord">
          <ac:chgData name="Kai Jackson" userId="c48f07d815f89fe7" providerId="LiveId" clId="{08913085-C8AD-403E-80E4-CBE2F19D14BE}" dt="2024-06-16T04:33:48.005" v="3936" actId="700"/>
          <ac:spMkLst>
            <pc:docMk/>
            <pc:sldMk cId="2150041802" sldId="289"/>
            <ac:spMk id="17" creationId="{0EED9755-60DF-213C-C9EF-5AF6D69D3485}"/>
          </ac:spMkLst>
        </pc:spChg>
        <pc:spChg chg="add del mod ord">
          <ac:chgData name="Kai Jackson" userId="c48f07d815f89fe7" providerId="LiveId" clId="{08913085-C8AD-403E-80E4-CBE2F19D14BE}" dt="2024-06-13T07:39:10.694" v="2247" actId="478"/>
          <ac:spMkLst>
            <pc:docMk/>
            <pc:sldMk cId="2150041802" sldId="289"/>
            <ac:spMk id="18" creationId="{8C938BA2-41D2-07E6-6809-606D8B997C76}"/>
          </ac:spMkLst>
        </pc:spChg>
        <pc:spChg chg="add del mod ord">
          <ac:chgData name="Kai Jackson" userId="c48f07d815f89fe7" providerId="LiveId" clId="{08913085-C8AD-403E-80E4-CBE2F19D14BE}" dt="2024-06-13T07:39:11.997" v="2248" actId="478"/>
          <ac:spMkLst>
            <pc:docMk/>
            <pc:sldMk cId="2150041802" sldId="289"/>
            <ac:spMk id="19" creationId="{B6E1DC28-DD18-EDFC-DB2A-D29F635C5116}"/>
          </ac:spMkLst>
        </pc:spChg>
        <pc:spChg chg="add del mod ord">
          <ac:chgData name="Kai Jackson" userId="c48f07d815f89fe7" providerId="LiveId" clId="{08913085-C8AD-403E-80E4-CBE2F19D14BE}" dt="2024-06-16T04:33:50.179" v="3937" actId="478"/>
          <ac:spMkLst>
            <pc:docMk/>
            <pc:sldMk cId="2150041802" sldId="289"/>
            <ac:spMk id="19" creationId="{DC5E285D-1FED-7E42-0AB0-2FF6193E7F3E}"/>
          </ac:spMkLst>
        </pc:spChg>
        <pc:spChg chg="add del mod ord">
          <ac:chgData name="Kai Jackson" userId="c48f07d815f89fe7" providerId="LiveId" clId="{08913085-C8AD-403E-80E4-CBE2F19D14BE}" dt="2024-06-13T07:39:25.660" v="2252" actId="478"/>
          <ac:spMkLst>
            <pc:docMk/>
            <pc:sldMk cId="2150041802" sldId="289"/>
            <ac:spMk id="20" creationId="{9D645925-24E3-BFCB-72DC-3BE3FC68E538}"/>
          </ac:spMkLst>
        </pc:spChg>
        <pc:spChg chg="add del mod ord">
          <ac:chgData name="Kai Jackson" userId="c48f07d815f89fe7" providerId="LiveId" clId="{08913085-C8AD-403E-80E4-CBE2F19D14BE}" dt="2024-06-13T07:39:17.123" v="2250" actId="478"/>
          <ac:spMkLst>
            <pc:docMk/>
            <pc:sldMk cId="2150041802" sldId="289"/>
            <ac:spMk id="21" creationId="{24FC4CF1-76CE-9170-5F0E-375E7E1C1894}"/>
          </ac:spMkLst>
        </pc:spChg>
        <pc:spChg chg="add del mod ord">
          <ac:chgData name="Kai Jackson" userId="c48f07d815f89fe7" providerId="LiveId" clId="{08913085-C8AD-403E-80E4-CBE2F19D14BE}" dt="2024-06-13T07:39:17.123" v="2250" actId="478"/>
          <ac:spMkLst>
            <pc:docMk/>
            <pc:sldMk cId="2150041802" sldId="289"/>
            <ac:spMk id="22" creationId="{0C608556-C65E-266A-1563-08CA77B48456}"/>
          </ac:spMkLst>
        </pc:spChg>
        <pc:spChg chg="add del mod ord">
          <ac:chgData name="Kai Jackson" userId="c48f07d815f89fe7" providerId="LiveId" clId="{08913085-C8AD-403E-80E4-CBE2F19D14BE}" dt="2024-06-13T07:39:17.123" v="2250" actId="478"/>
          <ac:spMkLst>
            <pc:docMk/>
            <pc:sldMk cId="2150041802" sldId="289"/>
            <ac:spMk id="23" creationId="{5245A457-6FF7-C14E-2B85-EB5A125AAB1F}"/>
          </ac:spMkLst>
        </pc:spChg>
        <pc:spChg chg="add del mod ord">
          <ac:chgData name="Kai Jackson" userId="c48f07d815f89fe7" providerId="LiveId" clId="{08913085-C8AD-403E-80E4-CBE2F19D14BE}" dt="2024-06-16T04:33:48.005" v="3936" actId="700"/>
          <ac:spMkLst>
            <pc:docMk/>
            <pc:sldMk cId="2150041802" sldId="289"/>
            <ac:spMk id="24" creationId="{3FF9D8E0-1044-8A00-6E5F-E328123959C8}"/>
          </ac:spMkLst>
        </pc:spChg>
        <pc:spChg chg="add del mod ord">
          <ac:chgData name="Kai Jackson" userId="c48f07d815f89fe7" providerId="LiveId" clId="{08913085-C8AD-403E-80E4-CBE2F19D14BE}" dt="2024-06-16T04:33:48.005" v="3936" actId="700"/>
          <ac:spMkLst>
            <pc:docMk/>
            <pc:sldMk cId="2150041802" sldId="289"/>
            <ac:spMk id="25" creationId="{D5C61188-F3A4-E14D-17B9-62BABEAEA841}"/>
          </ac:spMkLst>
        </pc:spChg>
        <pc:spChg chg="add del mod ord">
          <ac:chgData name="Kai Jackson" userId="c48f07d815f89fe7" providerId="LiveId" clId="{08913085-C8AD-403E-80E4-CBE2F19D14BE}" dt="2024-06-16T04:33:48.005" v="3936" actId="700"/>
          <ac:spMkLst>
            <pc:docMk/>
            <pc:sldMk cId="2150041802" sldId="289"/>
            <ac:spMk id="26" creationId="{10F7104C-7ED2-B6F0-301C-138E7798D1CD}"/>
          </ac:spMkLst>
        </pc:spChg>
        <pc:spChg chg="add del mod ord">
          <ac:chgData name="Kai Jackson" userId="c48f07d815f89fe7" providerId="LiveId" clId="{08913085-C8AD-403E-80E4-CBE2F19D14BE}" dt="2024-06-16T04:33:48.005" v="3936" actId="700"/>
          <ac:spMkLst>
            <pc:docMk/>
            <pc:sldMk cId="2150041802" sldId="289"/>
            <ac:spMk id="27" creationId="{C9C7BC41-5199-149F-F6B1-C43479C27532}"/>
          </ac:spMkLst>
        </pc:spChg>
        <pc:spChg chg="add del mod ord">
          <ac:chgData name="Kai Jackson" userId="c48f07d815f89fe7" providerId="LiveId" clId="{08913085-C8AD-403E-80E4-CBE2F19D14BE}" dt="2024-06-16T04:33:48.005" v="3936" actId="700"/>
          <ac:spMkLst>
            <pc:docMk/>
            <pc:sldMk cId="2150041802" sldId="289"/>
            <ac:spMk id="28" creationId="{591EF69D-8BD6-CF42-7288-C790B8221A43}"/>
          </ac:spMkLst>
        </pc:spChg>
        <pc:spChg chg="add del mod ord">
          <ac:chgData name="Kai Jackson" userId="c48f07d815f89fe7" providerId="LiveId" clId="{08913085-C8AD-403E-80E4-CBE2F19D14BE}" dt="2024-06-16T04:33:48.005" v="3936" actId="700"/>
          <ac:spMkLst>
            <pc:docMk/>
            <pc:sldMk cId="2150041802" sldId="289"/>
            <ac:spMk id="29" creationId="{24C0F252-8A96-00E8-336A-961C83E48AB7}"/>
          </ac:spMkLst>
        </pc:spChg>
        <pc:spChg chg="add del mod ord">
          <ac:chgData name="Kai Jackson" userId="c48f07d815f89fe7" providerId="LiveId" clId="{08913085-C8AD-403E-80E4-CBE2F19D14BE}" dt="2024-06-13T07:39:25.660" v="2252" actId="478"/>
          <ac:spMkLst>
            <pc:docMk/>
            <pc:sldMk cId="2150041802" sldId="289"/>
            <ac:spMk id="30" creationId="{EC61A1C8-0490-ED0C-18B4-B23FD3AE20E5}"/>
          </ac:spMkLst>
        </pc:spChg>
        <pc:spChg chg="add del mod ord">
          <ac:chgData name="Kai Jackson" userId="c48f07d815f89fe7" providerId="LiveId" clId="{08913085-C8AD-403E-80E4-CBE2F19D14BE}" dt="2024-06-13T07:39:25.660" v="2252" actId="478"/>
          <ac:spMkLst>
            <pc:docMk/>
            <pc:sldMk cId="2150041802" sldId="289"/>
            <ac:spMk id="31" creationId="{03E0A263-2BEF-7874-CDC0-FA42B5F5E951}"/>
          </ac:spMkLst>
        </pc:spChg>
        <pc:spChg chg="add del mod ord">
          <ac:chgData name="Kai Jackson" userId="c48f07d815f89fe7" providerId="LiveId" clId="{08913085-C8AD-403E-80E4-CBE2F19D14BE}" dt="2024-06-13T07:39:25.660" v="2252" actId="478"/>
          <ac:spMkLst>
            <pc:docMk/>
            <pc:sldMk cId="2150041802" sldId="289"/>
            <ac:spMk id="32" creationId="{C604A67F-74A8-A461-33B2-BDD80D2D823D}"/>
          </ac:spMkLst>
        </pc:spChg>
        <pc:spChg chg="add del mod ord">
          <ac:chgData name="Kai Jackson" userId="c48f07d815f89fe7" providerId="LiveId" clId="{08913085-C8AD-403E-80E4-CBE2F19D14BE}" dt="2024-06-13T07:39:17.123" v="2250" actId="478"/>
          <ac:spMkLst>
            <pc:docMk/>
            <pc:sldMk cId="2150041802" sldId="289"/>
            <ac:spMk id="33" creationId="{32A31BBD-C4AB-2D35-7F8E-C5575F990B72}"/>
          </ac:spMkLst>
        </pc:spChg>
        <pc:spChg chg="add del mod ord">
          <ac:chgData name="Kai Jackson" userId="c48f07d815f89fe7" providerId="LiveId" clId="{08913085-C8AD-403E-80E4-CBE2F19D14BE}" dt="2024-06-13T07:39:17.123" v="2250" actId="478"/>
          <ac:spMkLst>
            <pc:docMk/>
            <pc:sldMk cId="2150041802" sldId="289"/>
            <ac:spMk id="34" creationId="{5C033570-C73B-379C-91D4-B6CBCD781157}"/>
          </ac:spMkLst>
        </pc:spChg>
        <pc:spChg chg="add del mod ord">
          <ac:chgData name="Kai Jackson" userId="c48f07d815f89fe7" providerId="LiveId" clId="{08913085-C8AD-403E-80E4-CBE2F19D14BE}" dt="2024-06-13T07:39:17.123" v="2250" actId="478"/>
          <ac:spMkLst>
            <pc:docMk/>
            <pc:sldMk cId="2150041802" sldId="289"/>
            <ac:spMk id="35" creationId="{0CA7D800-C3BC-102C-FA8D-C0A5C03726E0}"/>
          </ac:spMkLst>
        </pc:spChg>
        <pc:picChg chg="add mod">
          <ac:chgData name="Kai Jackson" userId="c48f07d815f89fe7" providerId="LiveId" clId="{08913085-C8AD-403E-80E4-CBE2F19D14BE}" dt="2024-06-13T04:24:10.703" v="1882"/>
          <ac:picMkLst>
            <pc:docMk/>
            <pc:sldMk cId="2150041802" sldId="289"/>
            <ac:picMk id="3" creationId="{8583E439-725D-C5D7-2A96-DDD7A8E0BC26}"/>
          </ac:picMkLst>
        </pc:picChg>
        <pc:picChg chg="add del mod">
          <ac:chgData name="Kai Jackson" userId="c48f07d815f89fe7" providerId="LiveId" clId="{08913085-C8AD-403E-80E4-CBE2F19D14BE}" dt="2024-06-13T07:31:52.779" v="2241" actId="478"/>
          <ac:picMkLst>
            <pc:docMk/>
            <pc:sldMk cId="2150041802" sldId="289"/>
            <ac:picMk id="5" creationId="{367EABFE-8E2E-7266-9D7D-543B049B34E5}"/>
          </ac:picMkLst>
        </pc:picChg>
        <pc:picChg chg="add mod">
          <ac:chgData name="Kai Jackson" userId="c48f07d815f89fe7" providerId="LiveId" clId="{08913085-C8AD-403E-80E4-CBE2F19D14BE}" dt="2024-06-16T02:29:14.253" v="3488"/>
          <ac:picMkLst>
            <pc:docMk/>
            <pc:sldMk cId="2150041802" sldId="289"/>
            <ac:picMk id="5" creationId="{C594A9EB-2C33-E87E-8DD7-71D65D15DA32}"/>
          </ac:picMkLst>
        </pc:picChg>
        <pc:picChg chg="add del mod">
          <ac:chgData name="Kai Jackson" userId="c48f07d815f89fe7" providerId="LiveId" clId="{08913085-C8AD-403E-80E4-CBE2F19D14BE}" dt="2024-06-13T07:42:28.071" v="2259" actId="478"/>
          <ac:picMkLst>
            <pc:docMk/>
            <pc:sldMk cId="2150041802" sldId="289"/>
            <ac:picMk id="9" creationId="{426AB459-53C7-9A3E-7957-13B2F8D7C4E1}"/>
          </ac:picMkLst>
        </pc:picChg>
        <pc:picChg chg="add mod">
          <ac:chgData name="Kai Jackson" userId="c48f07d815f89fe7" providerId="LiveId" clId="{08913085-C8AD-403E-80E4-CBE2F19D14BE}" dt="2024-06-16T02:29:16.758" v="3490"/>
          <ac:picMkLst>
            <pc:docMk/>
            <pc:sldMk cId="2150041802" sldId="289"/>
            <ac:picMk id="9" creationId="{D9687428-651E-A684-603B-55AEBEAF91DD}"/>
          </ac:picMkLst>
        </pc:picChg>
        <pc:picChg chg="add mod ord">
          <ac:chgData name="Kai Jackson" userId="c48f07d815f89fe7" providerId="LiveId" clId="{08913085-C8AD-403E-80E4-CBE2F19D14BE}" dt="2024-06-16T04:34:15.341" v="3943" actId="1076"/>
          <ac:picMkLst>
            <pc:docMk/>
            <pc:sldMk cId="2150041802" sldId="289"/>
            <ac:picMk id="18" creationId="{517CCE83-6638-0CAE-D452-DE76CDC1E2E9}"/>
          </ac:picMkLst>
        </pc:picChg>
        <pc:picChg chg="add mod">
          <ac:chgData name="Kai Jackson" userId="c48f07d815f89fe7" providerId="LiveId" clId="{08913085-C8AD-403E-80E4-CBE2F19D14BE}" dt="2024-06-16T04:33:59.765" v="3940" actId="571"/>
          <ac:picMkLst>
            <pc:docMk/>
            <pc:sldMk cId="2150041802" sldId="289"/>
            <ac:picMk id="20" creationId="{2574263F-3288-8268-A40B-76988D9B5538}"/>
          </ac:picMkLst>
        </pc:picChg>
        <pc:picChg chg="add mod">
          <ac:chgData name="Kai Jackson" userId="c48f07d815f89fe7" providerId="LiveId" clId="{08913085-C8AD-403E-80E4-CBE2F19D14BE}" dt="2024-06-16T04:34:15.341" v="3943" actId="1076"/>
          <ac:picMkLst>
            <pc:docMk/>
            <pc:sldMk cId="2150041802" sldId="289"/>
            <ac:picMk id="37" creationId="{D4EFABE0-157A-AA02-192D-BE3CFF3766FC}"/>
          </ac:picMkLst>
        </pc:picChg>
        <pc:picChg chg="add del mod">
          <ac:chgData name="Kai Jackson" userId="c48f07d815f89fe7" providerId="LiveId" clId="{08913085-C8AD-403E-80E4-CBE2F19D14BE}" dt="2024-06-13T08:23:14.494" v="2346" actId="478"/>
          <ac:picMkLst>
            <pc:docMk/>
            <pc:sldMk cId="2150041802" sldId="289"/>
            <ac:picMk id="39" creationId="{B6A5F258-FEE7-CE9A-CFF8-893ADC54CFE6}"/>
          </ac:picMkLst>
        </pc:picChg>
        <pc:picChg chg="add mod">
          <ac:chgData name="Kai Jackson" userId="c48f07d815f89fe7" providerId="LiveId" clId="{08913085-C8AD-403E-80E4-CBE2F19D14BE}" dt="2024-06-16T04:34:15.341" v="3943" actId="1076"/>
          <ac:picMkLst>
            <pc:docMk/>
            <pc:sldMk cId="2150041802" sldId="289"/>
            <ac:picMk id="41" creationId="{46D26922-AF51-7A67-7DF0-FABAB2393502}"/>
          </ac:picMkLst>
        </pc:picChg>
      </pc:sldChg>
      <pc:sldChg chg="addSp delSp modSp new mod">
        <pc:chgData name="Kai Jackson" userId="c48f07d815f89fe7" providerId="LiveId" clId="{08913085-C8AD-403E-80E4-CBE2F19D14BE}" dt="2024-06-18T14:52:32.928" v="5323" actId="1076"/>
        <pc:sldMkLst>
          <pc:docMk/>
          <pc:sldMk cId="4079156771" sldId="290"/>
        </pc:sldMkLst>
        <pc:spChg chg="add mod">
          <ac:chgData name="Kai Jackson" userId="c48f07d815f89fe7" providerId="LiveId" clId="{08913085-C8AD-403E-80E4-CBE2F19D14BE}" dt="2024-06-16T06:00:43.699" v="4210" actId="14100"/>
          <ac:spMkLst>
            <pc:docMk/>
            <pc:sldMk cId="4079156771" sldId="290"/>
            <ac:spMk id="2" creationId="{025C18AE-3FF7-C168-8F6F-8F8B9A590490}"/>
          </ac:spMkLst>
        </pc:spChg>
        <pc:spChg chg="del">
          <ac:chgData name="Kai Jackson" userId="c48f07d815f89fe7" providerId="LiveId" clId="{08913085-C8AD-403E-80E4-CBE2F19D14BE}" dt="2024-06-13T04:24:25.479" v="1889" actId="478"/>
          <ac:spMkLst>
            <pc:docMk/>
            <pc:sldMk cId="4079156771" sldId="290"/>
            <ac:spMk id="2" creationId="{9B4BD1EE-E9B5-1D20-38ED-DC6D8D042727}"/>
          </ac:spMkLst>
        </pc:spChg>
        <pc:spChg chg="del">
          <ac:chgData name="Kai Jackson" userId="c48f07d815f89fe7" providerId="LiveId" clId="{08913085-C8AD-403E-80E4-CBE2F19D14BE}" dt="2024-06-13T04:24:19.666" v="1885" actId="478"/>
          <ac:spMkLst>
            <pc:docMk/>
            <pc:sldMk cId="4079156771" sldId="290"/>
            <ac:spMk id="3" creationId="{BFA25997-A38B-F197-0DC7-F76144E12B8D}"/>
          </ac:spMkLst>
        </pc:spChg>
        <pc:spChg chg="add mod">
          <ac:chgData name="Kai Jackson" userId="c48f07d815f89fe7" providerId="LiveId" clId="{08913085-C8AD-403E-80E4-CBE2F19D14BE}" dt="2024-06-16T02:59:46.246" v="3540" actId="207"/>
          <ac:spMkLst>
            <pc:docMk/>
            <pc:sldMk cId="4079156771" sldId="290"/>
            <ac:spMk id="3" creationId="{E0EB7B0A-74F1-A722-56E5-DD3BF90AA72D}"/>
          </ac:spMkLst>
        </pc:spChg>
        <pc:spChg chg="del">
          <ac:chgData name="Kai Jackson" userId="c48f07d815f89fe7" providerId="LiveId" clId="{08913085-C8AD-403E-80E4-CBE2F19D14BE}" dt="2024-06-16T02:24:00.218" v="3473" actId="478"/>
          <ac:spMkLst>
            <pc:docMk/>
            <pc:sldMk cId="4079156771" sldId="290"/>
            <ac:spMk id="4" creationId="{900C025B-8FC9-35AF-3553-1EB8AF593EFD}"/>
          </ac:spMkLst>
        </pc:spChg>
        <pc:spChg chg="del">
          <ac:chgData name="Kai Jackson" userId="c48f07d815f89fe7" providerId="LiveId" clId="{08913085-C8AD-403E-80E4-CBE2F19D14BE}" dt="2024-06-13T04:24:24.488" v="1888" actId="478"/>
          <ac:spMkLst>
            <pc:docMk/>
            <pc:sldMk cId="4079156771" sldId="290"/>
            <ac:spMk id="5" creationId="{ADA8D0DF-DBA7-7A34-5351-2871B124F358}"/>
          </ac:spMkLst>
        </pc:spChg>
        <pc:spChg chg="del">
          <ac:chgData name="Kai Jackson" userId="c48f07d815f89fe7" providerId="LiveId" clId="{08913085-C8AD-403E-80E4-CBE2F19D14BE}" dt="2024-06-13T04:24:19.080" v="1884" actId="478"/>
          <ac:spMkLst>
            <pc:docMk/>
            <pc:sldMk cId="4079156771" sldId="290"/>
            <ac:spMk id="7" creationId="{2046E7F6-0B9B-B922-2E3B-E56664C01E79}"/>
          </ac:spMkLst>
        </pc:spChg>
        <pc:spChg chg="del">
          <ac:chgData name="Kai Jackson" userId="c48f07d815f89fe7" providerId="LiveId" clId="{08913085-C8AD-403E-80E4-CBE2F19D14BE}" dt="2024-06-13T04:24:22.322" v="1887" actId="478"/>
          <ac:spMkLst>
            <pc:docMk/>
            <pc:sldMk cId="4079156771" sldId="290"/>
            <ac:spMk id="8" creationId="{DF648FD3-EE69-175D-9869-935A8541E5F7}"/>
          </ac:spMkLst>
        </pc:spChg>
        <pc:spChg chg="del">
          <ac:chgData name="Kai Jackson" userId="c48f07d815f89fe7" providerId="LiveId" clId="{08913085-C8AD-403E-80E4-CBE2F19D14BE}" dt="2024-06-13T04:24:21.717" v="1886" actId="478"/>
          <ac:spMkLst>
            <pc:docMk/>
            <pc:sldMk cId="4079156771" sldId="290"/>
            <ac:spMk id="9" creationId="{EA97DB01-A13C-399E-16BC-E09960B2CCCD}"/>
          </ac:spMkLst>
        </pc:spChg>
        <pc:spChg chg="add del mod">
          <ac:chgData name="Kai Jackson" userId="c48f07d815f89fe7" providerId="LiveId" clId="{08913085-C8AD-403E-80E4-CBE2F19D14BE}" dt="2024-06-18T14:52:13.472" v="5317" actId="478"/>
          <ac:spMkLst>
            <pc:docMk/>
            <pc:sldMk cId="4079156771" sldId="290"/>
            <ac:spMk id="13" creationId="{0F2F0FBE-5C6B-1286-6F9C-E5D0882721A7}"/>
          </ac:spMkLst>
        </pc:spChg>
        <pc:picChg chg="add mod">
          <ac:chgData name="Kai Jackson" userId="c48f07d815f89fe7" providerId="LiveId" clId="{08913085-C8AD-403E-80E4-CBE2F19D14BE}" dt="2024-06-18T14:52:32.928" v="5323" actId="1076"/>
          <ac:picMkLst>
            <pc:docMk/>
            <pc:sldMk cId="4079156771" sldId="290"/>
            <ac:picMk id="5" creationId="{B1BCBBD3-03A8-0281-AC17-A9544DA7FA81}"/>
          </ac:picMkLst>
        </pc:picChg>
        <pc:picChg chg="add del mod">
          <ac:chgData name="Kai Jackson" userId="c48f07d815f89fe7" providerId="LiveId" clId="{08913085-C8AD-403E-80E4-CBE2F19D14BE}" dt="2024-06-16T03:05:42.565" v="3541" actId="478"/>
          <ac:picMkLst>
            <pc:docMk/>
            <pc:sldMk cId="4079156771" sldId="290"/>
            <ac:picMk id="7" creationId="{D615FA0F-28FE-6ABC-F304-182250B69A21}"/>
          </ac:picMkLst>
        </pc:picChg>
        <pc:picChg chg="add del mod">
          <ac:chgData name="Kai Jackson" userId="c48f07d815f89fe7" providerId="LiveId" clId="{08913085-C8AD-403E-80E4-CBE2F19D14BE}" dt="2024-06-16T02:58:47.101" v="3532" actId="478"/>
          <ac:picMkLst>
            <pc:docMk/>
            <pc:sldMk cId="4079156771" sldId="290"/>
            <ac:picMk id="9" creationId="{3690D556-A220-8EA8-736B-E595456CC36C}"/>
          </ac:picMkLst>
        </pc:picChg>
        <pc:picChg chg="add del mod">
          <ac:chgData name="Kai Jackson" userId="c48f07d815f89fe7" providerId="LiveId" clId="{08913085-C8AD-403E-80E4-CBE2F19D14BE}" dt="2024-06-16T02:57:06.715" v="3525" actId="478"/>
          <ac:picMkLst>
            <pc:docMk/>
            <pc:sldMk cId="4079156771" sldId="290"/>
            <ac:picMk id="11" creationId="{2C73F4D7-953F-C88F-D5A0-3B02F5C5AD4B}"/>
          </ac:picMkLst>
        </pc:picChg>
        <pc:picChg chg="add del mod">
          <ac:chgData name="Kai Jackson" userId="c48f07d815f89fe7" providerId="LiveId" clId="{08913085-C8AD-403E-80E4-CBE2F19D14BE}" dt="2024-06-18T14:52:06.663" v="5314" actId="478"/>
          <ac:picMkLst>
            <pc:docMk/>
            <pc:sldMk cId="4079156771" sldId="290"/>
            <ac:picMk id="12" creationId="{8F5C80F1-7DF6-44C7-10FF-AA690D6D9CB5}"/>
          </ac:picMkLst>
        </pc:picChg>
        <pc:picChg chg="add mod">
          <ac:chgData name="Kai Jackson" userId="c48f07d815f89fe7" providerId="LiveId" clId="{08913085-C8AD-403E-80E4-CBE2F19D14BE}" dt="2024-06-16T03:05:54.290" v="3544" actId="1076"/>
          <ac:picMkLst>
            <pc:docMk/>
            <pc:sldMk cId="4079156771" sldId="290"/>
            <ac:picMk id="2050" creationId="{ED5C798D-1E69-D408-B3DF-6BF33C9288A8}"/>
          </ac:picMkLst>
        </pc:picChg>
      </pc:sldChg>
      <pc:sldChg chg="addSp delSp modSp add mod ord modNotesTx">
        <pc:chgData name="Kai Jackson" userId="c48f07d815f89fe7" providerId="LiveId" clId="{08913085-C8AD-403E-80E4-CBE2F19D14BE}" dt="2024-06-23T03:04:43.120" v="5342" actId="478"/>
        <pc:sldMkLst>
          <pc:docMk/>
          <pc:sldMk cId="792344299" sldId="291"/>
        </pc:sldMkLst>
        <pc:spChg chg="add mod">
          <ac:chgData name="Kai Jackson" userId="c48f07d815f89fe7" providerId="LiveId" clId="{08913085-C8AD-403E-80E4-CBE2F19D14BE}" dt="2024-06-16T04:07:42.765" v="3804"/>
          <ac:spMkLst>
            <pc:docMk/>
            <pc:sldMk cId="792344299" sldId="291"/>
            <ac:spMk id="2" creationId="{F0D602B3-BE35-8415-E3D3-E686608F1F89}"/>
          </ac:spMkLst>
        </pc:spChg>
        <pc:spChg chg="mod">
          <ac:chgData name="Kai Jackson" userId="c48f07d815f89fe7" providerId="LiveId" clId="{08913085-C8AD-403E-80E4-CBE2F19D14BE}" dt="2024-06-18T14:28:42.647" v="5218" actId="113"/>
          <ac:spMkLst>
            <pc:docMk/>
            <pc:sldMk cId="792344299" sldId="291"/>
            <ac:spMk id="3" creationId="{7F53A727-80EE-3329-1EDF-55D77A1EBC56}"/>
          </ac:spMkLst>
        </pc:spChg>
        <pc:spChg chg="del">
          <ac:chgData name="Kai Jackson" userId="c48f07d815f89fe7" providerId="LiveId" clId="{08913085-C8AD-403E-80E4-CBE2F19D14BE}" dt="2024-06-16T02:23:51.726" v="3470" actId="478"/>
          <ac:spMkLst>
            <pc:docMk/>
            <pc:sldMk cId="792344299" sldId="291"/>
            <ac:spMk id="4" creationId="{676403C8-956E-C666-9358-BC8C9A350956}"/>
          </ac:spMkLst>
        </pc:spChg>
        <pc:spChg chg="add del">
          <ac:chgData name="Kai Jackson" userId="c48f07d815f89fe7" providerId="LiveId" clId="{08913085-C8AD-403E-80E4-CBE2F19D14BE}" dt="2024-06-13T04:32:53.790" v="1928" actId="22"/>
          <ac:spMkLst>
            <pc:docMk/>
            <pc:sldMk cId="792344299" sldId="291"/>
            <ac:spMk id="11" creationId="{E512BF8A-5EBA-7C0B-85B7-6EF5DEC3EDB5}"/>
          </ac:spMkLst>
        </pc:spChg>
        <pc:picChg chg="add mod">
          <ac:chgData name="Kai Jackson" userId="c48f07d815f89fe7" providerId="LiveId" clId="{08913085-C8AD-403E-80E4-CBE2F19D14BE}" dt="2024-06-16T06:54:00.674" v="4326" actId="14100"/>
          <ac:picMkLst>
            <pc:docMk/>
            <pc:sldMk cId="792344299" sldId="291"/>
            <ac:picMk id="5" creationId="{F1EEB50C-BF11-B323-58B6-FC42D148A9EE}"/>
          </ac:picMkLst>
        </pc:picChg>
        <pc:picChg chg="add del">
          <ac:chgData name="Kai Jackson" userId="c48f07d815f89fe7" providerId="LiveId" clId="{08913085-C8AD-403E-80E4-CBE2F19D14BE}" dt="2024-06-23T03:04:43.120" v="5342" actId="478"/>
          <ac:picMkLst>
            <pc:docMk/>
            <pc:sldMk cId="792344299" sldId="291"/>
            <ac:picMk id="7" creationId="{E5500291-0C9C-1C9E-8D8E-3E9834DC1826}"/>
          </ac:picMkLst>
        </pc:picChg>
        <pc:picChg chg="add mod">
          <ac:chgData name="Kai Jackson" userId="c48f07d815f89fe7" providerId="LiveId" clId="{08913085-C8AD-403E-80E4-CBE2F19D14BE}" dt="2024-06-16T05:03:21.659" v="4087"/>
          <ac:picMkLst>
            <pc:docMk/>
            <pc:sldMk cId="792344299" sldId="291"/>
            <ac:picMk id="8" creationId="{834C004D-E3F7-B781-EEA6-DE9CEDD12AA3}"/>
          </ac:picMkLst>
        </pc:picChg>
        <pc:picChg chg="del">
          <ac:chgData name="Kai Jackson" userId="c48f07d815f89fe7" providerId="LiveId" clId="{08913085-C8AD-403E-80E4-CBE2F19D14BE}" dt="2024-06-13T04:28:42.838" v="1916" actId="478"/>
          <ac:picMkLst>
            <pc:docMk/>
            <pc:sldMk cId="792344299" sldId="291"/>
            <ac:picMk id="8" creationId="{F4BFBD3E-6BCC-76F4-4E76-1D5BFC7F3A1E}"/>
          </ac:picMkLst>
        </pc:picChg>
        <pc:picChg chg="add mod">
          <ac:chgData name="Kai Jackson" userId="c48f07d815f89fe7" providerId="LiveId" clId="{08913085-C8AD-403E-80E4-CBE2F19D14BE}" dt="2024-06-16T04:12:15.641" v="3849" actId="1076"/>
          <ac:picMkLst>
            <pc:docMk/>
            <pc:sldMk cId="792344299" sldId="291"/>
            <ac:picMk id="9" creationId="{06DD6829-7556-0E8E-DCF5-A69F92772770}"/>
          </ac:picMkLst>
        </pc:picChg>
        <pc:picChg chg="add mod">
          <ac:chgData name="Kai Jackson" userId="c48f07d815f89fe7" providerId="LiveId" clId="{08913085-C8AD-403E-80E4-CBE2F19D14BE}" dt="2024-06-18T14:35:24.251" v="5269" actId="207"/>
          <ac:picMkLst>
            <pc:docMk/>
            <pc:sldMk cId="792344299" sldId="291"/>
            <ac:picMk id="11" creationId="{A3FBAD55-54BB-57EE-D6A3-FC01CB5AF0A0}"/>
          </ac:picMkLst>
        </pc:picChg>
        <pc:picChg chg="add mod">
          <ac:chgData name="Kai Jackson" userId="c48f07d815f89fe7" providerId="LiveId" clId="{08913085-C8AD-403E-80E4-CBE2F19D14BE}" dt="2024-06-18T14:35:32.019" v="5270" actId="207"/>
          <ac:picMkLst>
            <pc:docMk/>
            <pc:sldMk cId="792344299" sldId="291"/>
            <ac:picMk id="12" creationId="{A876A7F3-D2FC-F699-240E-6B3FD6690B19}"/>
          </ac:picMkLst>
        </pc:picChg>
        <pc:picChg chg="add mod">
          <ac:chgData name="Kai Jackson" userId="c48f07d815f89fe7" providerId="LiveId" clId="{08913085-C8AD-403E-80E4-CBE2F19D14BE}" dt="2024-06-16T06:54:02.434" v="4327" actId="1076"/>
          <ac:picMkLst>
            <pc:docMk/>
            <pc:sldMk cId="792344299" sldId="291"/>
            <ac:picMk id="13" creationId="{5126B116-84C4-DC52-E0A7-133F07485793}"/>
          </ac:picMkLst>
        </pc:picChg>
        <pc:picChg chg="add mod">
          <ac:chgData name="Kai Jackson" userId="c48f07d815f89fe7" providerId="LiveId" clId="{08913085-C8AD-403E-80E4-CBE2F19D14BE}" dt="2024-06-16T07:28:03.248" v="4517" actId="1076"/>
          <ac:picMkLst>
            <pc:docMk/>
            <pc:sldMk cId="792344299" sldId="291"/>
            <ac:picMk id="15" creationId="{BE6CB73B-6DB9-77E6-5998-FACE6CCE2FCE}"/>
          </ac:picMkLst>
        </pc:picChg>
      </pc:sldChg>
      <pc:sldChg chg="addSp delSp modSp new mod">
        <pc:chgData name="Kai Jackson" userId="c48f07d815f89fe7" providerId="LiveId" clId="{08913085-C8AD-403E-80E4-CBE2F19D14BE}" dt="2024-06-22T07:38:02.921" v="5334" actId="1076"/>
        <pc:sldMkLst>
          <pc:docMk/>
          <pc:sldMk cId="2243895586" sldId="292"/>
        </pc:sldMkLst>
        <pc:spChg chg="del">
          <ac:chgData name="Kai Jackson" userId="c48f07d815f89fe7" providerId="LiveId" clId="{08913085-C8AD-403E-80E4-CBE2F19D14BE}" dt="2024-06-13T04:34:39.591" v="1939" actId="478"/>
          <ac:spMkLst>
            <pc:docMk/>
            <pc:sldMk cId="2243895586" sldId="292"/>
            <ac:spMk id="2" creationId="{58D23306-6368-A645-6F0C-70DF85B037B8}"/>
          </ac:spMkLst>
        </pc:spChg>
        <pc:spChg chg="del">
          <ac:chgData name="Kai Jackson" userId="c48f07d815f89fe7" providerId="LiveId" clId="{08913085-C8AD-403E-80E4-CBE2F19D14BE}" dt="2024-06-13T04:34:36.253" v="1937" actId="478"/>
          <ac:spMkLst>
            <pc:docMk/>
            <pc:sldMk cId="2243895586" sldId="292"/>
            <ac:spMk id="3" creationId="{9D70AAC1-AF11-299A-2C35-163A4F647414}"/>
          </ac:spMkLst>
        </pc:spChg>
        <pc:spChg chg="del">
          <ac:chgData name="Kai Jackson" userId="c48f07d815f89fe7" providerId="LiveId" clId="{08913085-C8AD-403E-80E4-CBE2F19D14BE}" dt="2024-06-16T02:23:58.434" v="3472" actId="478"/>
          <ac:spMkLst>
            <pc:docMk/>
            <pc:sldMk cId="2243895586" sldId="292"/>
            <ac:spMk id="4" creationId="{5A15DACD-DA3F-94B6-80C0-207201D33714}"/>
          </ac:spMkLst>
        </pc:spChg>
        <pc:spChg chg="del">
          <ac:chgData name="Kai Jackson" userId="c48f07d815f89fe7" providerId="LiveId" clId="{08913085-C8AD-403E-80E4-CBE2F19D14BE}" dt="2024-06-15T08:54:27.402" v="2914" actId="478"/>
          <ac:spMkLst>
            <pc:docMk/>
            <pc:sldMk cId="2243895586" sldId="292"/>
            <ac:spMk id="5" creationId="{5BB1F745-C112-840D-D54D-1A9A393BA26D}"/>
          </ac:spMkLst>
        </pc:spChg>
        <pc:spChg chg="del">
          <ac:chgData name="Kai Jackson" userId="c48f07d815f89fe7" providerId="LiveId" clId="{08913085-C8AD-403E-80E4-CBE2F19D14BE}" dt="2024-06-13T04:34:42.597" v="1941" actId="478"/>
          <ac:spMkLst>
            <pc:docMk/>
            <pc:sldMk cId="2243895586" sldId="292"/>
            <ac:spMk id="7" creationId="{08621BDD-BFD9-C64B-6BBB-1BEA61577CE0}"/>
          </ac:spMkLst>
        </pc:spChg>
        <pc:spChg chg="add mod">
          <ac:chgData name="Kai Jackson" userId="c48f07d815f89fe7" providerId="LiveId" clId="{08913085-C8AD-403E-80E4-CBE2F19D14BE}" dt="2024-06-16T04:24:18.931" v="3859" actId="20577"/>
          <ac:spMkLst>
            <pc:docMk/>
            <pc:sldMk cId="2243895586" sldId="292"/>
            <ac:spMk id="7" creationId="{10BD5156-D002-5974-E12A-09506926F894}"/>
          </ac:spMkLst>
        </pc:spChg>
        <pc:spChg chg="del">
          <ac:chgData name="Kai Jackson" userId="c48f07d815f89fe7" providerId="LiveId" clId="{08913085-C8AD-403E-80E4-CBE2F19D14BE}" dt="2024-06-13T04:34:41.593" v="1940" actId="478"/>
          <ac:spMkLst>
            <pc:docMk/>
            <pc:sldMk cId="2243895586" sldId="292"/>
            <ac:spMk id="8" creationId="{0812AF38-3F3B-98A7-F094-D3A49FDC42E9}"/>
          </ac:spMkLst>
        </pc:spChg>
        <pc:spChg chg="del">
          <ac:chgData name="Kai Jackson" userId="c48f07d815f89fe7" providerId="LiveId" clId="{08913085-C8AD-403E-80E4-CBE2F19D14BE}" dt="2024-06-13T04:34:38.341" v="1938" actId="478"/>
          <ac:spMkLst>
            <pc:docMk/>
            <pc:sldMk cId="2243895586" sldId="292"/>
            <ac:spMk id="9" creationId="{91DCC632-A99D-F7D3-133F-30437B1B2A5D}"/>
          </ac:spMkLst>
        </pc:spChg>
        <pc:spChg chg="add del mod">
          <ac:chgData name="Kai Jackson" userId="c48f07d815f89fe7" providerId="LiveId" clId="{08913085-C8AD-403E-80E4-CBE2F19D14BE}" dt="2024-06-18T14:12:17.234" v="5110" actId="478"/>
          <ac:spMkLst>
            <pc:docMk/>
            <pc:sldMk cId="2243895586" sldId="292"/>
            <ac:spMk id="12" creationId="{18458CAF-D345-F8FF-2E31-C752E86F94CD}"/>
          </ac:spMkLst>
        </pc:spChg>
        <pc:spChg chg="add mod">
          <ac:chgData name="Kai Jackson" userId="c48f07d815f89fe7" providerId="LiveId" clId="{08913085-C8AD-403E-80E4-CBE2F19D14BE}" dt="2024-06-22T07:38:00.047" v="5333" actId="1076"/>
          <ac:spMkLst>
            <pc:docMk/>
            <pc:sldMk cId="2243895586" sldId="292"/>
            <ac:spMk id="13" creationId="{F1776323-A62E-4BFB-6367-D965AB307C78}"/>
          </ac:spMkLst>
        </pc:spChg>
        <pc:spChg chg="add mod">
          <ac:chgData name="Kai Jackson" userId="c48f07d815f89fe7" providerId="LiveId" clId="{08913085-C8AD-403E-80E4-CBE2F19D14BE}" dt="2024-06-16T04:30:24.316" v="3877"/>
          <ac:spMkLst>
            <pc:docMk/>
            <pc:sldMk cId="2243895586" sldId="292"/>
            <ac:spMk id="14" creationId="{95674C0D-92F2-06FB-8011-BABF3CE7CA5E}"/>
          </ac:spMkLst>
        </pc:spChg>
        <pc:picChg chg="add del mod">
          <ac:chgData name="Kai Jackson" userId="c48f07d815f89fe7" providerId="LiveId" clId="{08913085-C8AD-403E-80E4-CBE2F19D14BE}" dt="2024-06-18T14:12:04.404" v="5103" actId="478"/>
          <ac:picMkLst>
            <pc:docMk/>
            <pc:sldMk cId="2243895586" sldId="292"/>
            <ac:picMk id="3" creationId="{1D9E4D2A-E304-2C2A-EB53-56104E51ED83}"/>
          </ac:picMkLst>
        </pc:picChg>
        <pc:picChg chg="add del mod">
          <ac:chgData name="Kai Jackson" userId="c48f07d815f89fe7" providerId="LiveId" clId="{08913085-C8AD-403E-80E4-CBE2F19D14BE}" dt="2024-06-16T04:26:15.742" v="3863" actId="478"/>
          <ac:picMkLst>
            <pc:docMk/>
            <pc:sldMk cId="2243895586" sldId="292"/>
            <ac:picMk id="3" creationId="{78C035E9-49F1-8648-166F-44F2AB4322C8}"/>
          </ac:picMkLst>
        </pc:picChg>
        <pc:picChg chg="add mod">
          <ac:chgData name="Kai Jackson" userId="c48f07d815f89fe7" providerId="LiveId" clId="{08913085-C8AD-403E-80E4-CBE2F19D14BE}" dt="2024-06-22T07:37:47.740" v="5332" actId="14100"/>
          <ac:picMkLst>
            <pc:docMk/>
            <pc:sldMk cId="2243895586" sldId="292"/>
            <ac:picMk id="5" creationId="{15E96A34-EBF5-9D93-1CD0-49710FBEFDC6}"/>
          </ac:picMkLst>
        </pc:picChg>
        <pc:picChg chg="add del mod">
          <ac:chgData name="Kai Jackson" userId="c48f07d815f89fe7" providerId="LiveId" clId="{08913085-C8AD-403E-80E4-CBE2F19D14BE}" dt="2024-06-18T14:12:12.692" v="5108" actId="478"/>
          <ac:picMkLst>
            <pc:docMk/>
            <pc:sldMk cId="2243895586" sldId="292"/>
            <ac:picMk id="9" creationId="{9587B767-AFF9-E183-CBE5-03B83AF99CFE}"/>
          </ac:picMkLst>
        </pc:picChg>
        <pc:picChg chg="add del mod">
          <ac:chgData name="Kai Jackson" userId="c48f07d815f89fe7" providerId="LiveId" clId="{08913085-C8AD-403E-80E4-CBE2F19D14BE}" dt="2024-06-16T04:23:39.560" v="3856" actId="478"/>
          <ac:picMkLst>
            <pc:docMk/>
            <pc:sldMk cId="2243895586" sldId="292"/>
            <ac:picMk id="11" creationId="{7F57FB85-0905-B579-AA36-DCE0A17C8AB4}"/>
          </ac:picMkLst>
        </pc:picChg>
        <pc:picChg chg="add del mod">
          <ac:chgData name="Kai Jackson" userId="c48f07d815f89fe7" providerId="LiveId" clId="{08913085-C8AD-403E-80E4-CBE2F19D14BE}" dt="2024-06-16T04:38:04.142" v="3979" actId="478"/>
          <ac:picMkLst>
            <pc:docMk/>
            <pc:sldMk cId="2243895586" sldId="292"/>
            <ac:picMk id="16" creationId="{6BFBBC4B-E373-A4AD-6CC8-065B3795D743}"/>
          </ac:picMkLst>
        </pc:picChg>
        <pc:picChg chg="add del mod">
          <ac:chgData name="Kai Jackson" userId="c48f07d815f89fe7" providerId="LiveId" clId="{08913085-C8AD-403E-80E4-CBE2F19D14BE}" dt="2024-06-16T04:37:45.601" v="3973" actId="478"/>
          <ac:picMkLst>
            <pc:docMk/>
            <pc:sldMk cId="2243895586" sldId="292"/>
            <ac:picMk id="18" creationId="{F9E57CA5-7684-24A7-D644-D07EAFE16DAE}"/>
          </ac:picMkLst>
        </pc:picChg>
        <pc:picChg chg="add mod">
          <ac:chgData name="Kai Jackson" userId="c48f07d815f89fe7" providerId="LiveId" clId="{08913085-C8AD-403E-80E4-CBE2F19D14BE}" dt="2024-06-22T07:38:02.921" v="5334" actId="1076"/>
          <ac:picMkLst>
            <pc:docMk/>
            <pc:sldMk cId="2243895586" sldId="292"/>
            <ac:picMk id="20" creationId="{84474C3F-8862-D530-AB59-86D2E1EC5C15}"/>
          </ac:picMkLst>
        </pc:picChg>
      </pc:sldChg>
      <pc:sldChg chg="addSp delSp modSp add mod modClrScheme chgLayout modNotesTx">
        <pc:chgData name="Kai Jackson" userId="c48f07d815f89fe7" providerId="LiveId" clId="{08913085-C8AD-403E-80E4-CBE2F19D14BE}" dt="2024-06-18T14:12:34.585" v="5115" actId="20577"/>
        <pc:sldMkLst>
          <pc:docMk/>
          <pc:sldMk cId="219994604" sldId="293"/>
        </pc:sldMkLst>
        <pc:spChg chg="add del mod">
          <ac:chgData name="Kai Jackson" userId="c48f07d815f89fe7" providerId="LiveId" clId="{08913085-C8AD-403E-80E4-CBE2F19D14BE}" dt="2024-06-15T08:41:15.396" v="2833" actId="478"/>
          <ac:spMkLst>
            <pc:docMk/>
            <pc:sldMk cId="219994604" sldId="293"/>
            <ac:spMk id="3" creationId="{0183F5BA-A9AA-FF47-9961-3CFA35E72D9D}"/>
          </ac:spMkLst>
        </pc:spChg>
        <pc:spChg chg="del mod ord">
          <ac:chgData name="Kai Jackson" userId="c48f07d815f89fe7" providerId="LiveId" clId="{08913085-C8AD-403E-80E4-CBE2F19D14BE}" dt="2024-06-16T02:23:49.928" v="3469" actId="478"/>
          <ac:spMkLst>
            <pc:docMk/>
            <pc:sldMk cId="219994604" sldId="293"/>
            <ac:spMk id="4" creationId="{5A15DACD-DA3F-94B6-80C0-207201D33714}"/>
          </ac:spMkLst>
        </pc:spChg>
        <pc:spChg chg="del mod ord">
          <ac:chgData name="Kai Jackson" userId="c48f07d815f89fe7" providerId="LiveId" clId="{08913085-C8AD-403E-80E4-CBE2F19D14BE}" dt="2024-06-15T09:26:09.331" v="3271" actId="478"/>
          <ac:spMkLst>
            <pc:docMk/>
            <pc:sldMk cId="219994604" sldId="293"/>
            <ac:spMk id="5" creationId="{5BB1F745-C112-840D-D54D-1A9A393BA26D}"/>
          </ac:spMkLst>
        </pc:spChg>
        <pc:spChg chg="mod ord">
          <ac:chgData name="Kai Jackson" userId="c48f07d815f89fe7" providerId="LiveId" clId="{08913085-C8AD-403E-80E4-CBE2F19D14BE}" dt="2024-06-16T05:10:14.398" v="4138" actId="700"/>
          <ac:spMkLst>
            <pc:docMk/>
            <pc:sldMk cId="219994604" sldId="293"/>
            <ac:spMk id="6" creationId="{45EBC1DB-A3F4-234E-9980-2C142EB510F9}"/>
          </ac:spMkLst>
        </pc:spChg>
        <pc:spChg chg="add mod">
          <ac:chgData name="Kai Jackson" userId="c48f07d815f89fe7" providerId="LiveId" clId="{08913085-C8AD-403E-80E4-CBE2F19D14BE}" dt="2024-06-18T09:58:56.638" v="4542" actId="1076"/>
          <ac:spMkLst>
            <pc:docMk/>
            <pc:sldMk cId="219994604" sldId="293"/>
            <ac:spMk id="7" creationId="{9B0E6E80-F11F-8371-1451-86EF4C851C9B}"/>
          </ac:spMkLst>
        </pc:spChg>
        <pc:spChg chg="add del mod ord">
          <ac:chgData name="Kai Jackson" userId="c48f07d815f89fe7" providerId="LiveId" clId="{08913085-C8AD-403E-80E4-CBE2F19D14BE}" dt="2024-06-15T08:42:43.663" v="2855" actId="478"/>
          <ac:spMkLst>
            <pc:docMk/>
            <pc:sldMk cId="219994604" sldId="293"/>
            <ac:spMk id="11" creationId="{92940F97-814D-CB52-E14A-F0A35D38A9BB}"/>
          </ac:spMkLst>
        </pc:spChg>
        <pc:spChg chg="add del mod ord">
          <ac:chgData name="Kai Jackson" userId="c48f07d815f89fe7" providerId="LiveId" clId="{08913085-C8AD-403E-80E4-CBE2F19D14BE}" dt="2024-06-15T08:42:48.044" v="2856" actId="478"/>
          <ac:spMkLst>
            <pc:docMk/>
            <pc:sldMk cId="219994604" sldId="293"/>
            <ac:spMk id="12" creationId="{927E9DF7-9CD7-23AB-0EF9-7987E702ECC2}"/>
          </ac:spMkLst>
        </pc:spChg>
        <pc:spChg chg="add mod">
          <ac:chgData name="Kai Jackson" userId="c48f07d815f89fe7" providerId="LiveId" clId="{08913085-C8AD-403E-80E4-CBE2F19D14BE}" dt="2024-06-16T04:07:23.725" v="3802" actId="20577"/>
          <ac:spMkLst>
            <pc:docMk/>
            <pc:sldMk cId="219994604" sldId="293"/>
            <ac:spMk id="15" creationId="{E14F3AE9-D15C-4A15-2946-ED554446F761}"/>
          </ac:spMkLst>
        </pc:spChg>
        <pc:spChg chg="add del mod ord">
          <ac:chgData name="Kai Jackson" userId="c48f07d815f89fe7" providerId="LiveId" clId="{08913085-C8AD-403E-80E4-CBE2F19D14BE}" dt="2024-06-16T04:39:17.079" v="3987" actId="478"/>
          <ac:spMkLst>
            <pc:docMk/>
            <pc:sldMk cId="219994604" sldId="293"/>
            <ac:spMk id="18" creationId="{4B0D834F-CD9D-1BB0-CEBC-29FFEF74F07D}"/>
          </ac:spMkLst>
        </pc:spChg>
        <pc:spChg chg="add del mod ord">
          <ac:chgData name="Kai Jackson" userId="c48f07d815f89fe7" providerId="LiveId" clId="{08913085-C8AD-403E-80E4-CBE2F19D14BE}" dt="2024-06-16T05:10:05.276" v="4137" actId="700"/>
          <ac:spMkLst>
            <pc:docMk/>
            <pc:sldMk cId="219994604" sldId="293"/>
            <ac:spMk id="19" creationId="{7D308214-08FF-DA10-CE77-1CA29A1CCA39}"/>
          </ac:spMkLst>
        </pc:spChg>
        <pc:spChg chg="add del mod ord">
          <ac:chgData name="Kai Jackson" userId="c48f07d815f89fe7" providerId="LiveId" clId="{08913085-C8AD-403E-80E4-CBE2F19D14BE}" dt="2024-06-16T04:39:21.814" v="3989" actId="478"/>
          <ac:spMkLst>
            <pc:docMk/>
            <pc:sldMk cId="219994604" sldId="293"/>
            <ac:spMk id="20" creationId="{95172711-26DD-6721-E396-4105C343D57A}"/>
          </ac:spMkLst>
        </pc:spChg>
        <pc:spChg chg="add del mod ord">
          <ac:chgData name="Kai Jackson" userId="c48f07d815f89fe7" providerId="LiveId" clId="{08913085-C8AD-403E-80E4-CBE2F19D14BE}" dt="2024-06-16T05:10:05.276" v="4137" actId="700"/>
          <ac:spMkLst>
            <pc:docMk/>
            <pc:sldMk cId="219994604" sldId="293"/>
            <ac:spMk id="21" creationId="{157A28C4-9F4A-E6E4-6D25-1DFEE7DDA420}"/>
          </ac:spMkLst>
        </pc:spChg>
        <pc:spChg chg="add del mod ord">
          <ac:chgData name="Kai Jackson" userId="c48f07d815f89fe7" providerId="LiveId" clId="{08913085-C8AD-403E-80E4-CBE2F19D14BE}" dt="2024-06-16T04:39:20.483" v="3988" actId="478"/>
          <ac:spMkLst>
            <pc:docMk/>
            <pc:sldMk cId="219994604" sldId="293"/>
            <ac:spMk id="22" creationId="{8A4F676D-7DCA-E855-0135-56998A428EBF}"/>
          </ac:spMkLst>
        </pc:spChg>
        <pc:spChg chg="add del mod ord">
          <ac:chgData name="Kai Jackson" userId="c48f07d815f89fe7" providerId="LiveId" clId="{08913085-C8AD-403E-80E4-CBE2F19D14BE}" dt="2024-06-16T05:10:14.398" v="4138" actId="700"/>
          <ac:spMkLst>
            <pc:docMk/>
            <pc:sldMk cId="219994604" sldId="293"/>
            <ac:spMk id="24" creationId="{5B827F8D-D0B0-DB78-391E-8E78603ED6F0}"/>
          </ac:spMkLst>
        </pc:spChg>
        <pc:spChg chg="add del mod ord">
          <ac:chgData name="Kai Jackson" userId="c48f07d815f89fe7" providerId="LiveId" clId="{08913085-C8AD-403E-80E4-CBE2F19D14BE}" dt="2024-06-16T05:10:14.398" v="4138" actId="700"/>
          <ac:spMkLst>
            <pc:docMk/>
            <pc:sldMk cId="219994604" sldId="293"/>
            <ac:spMk id="25" creationId="{31EB8B74-F6BD-478D-FCC4-D2D216E70E9B}"/>
          </ac:spMkLst>
        </pc:spChg>
        <pc:spChg chg="add del mod ord">
          <ac:chgData name="Kai Jackson" userId="c48f07d815f89fe7" providerId="LiveId" clId="{08913085-C8AD-403E-80E4-CBE2F19D14BE}" dt="2024-06-16T05:10:31.523" v="4140" actId="478"/>
          <ac:spMkLst>
            <pc:docMk/>
            <pc:sldMk cId="219994604" sldId="293"/>
            <ac:spMk id="26" creationId="{FF2A1853-CD3F-C083-37AF-C8251D24B869}"/>
          </ac:spMkLst>
        </pc:spChg>
        <pc:spChg chg="add del mod ord">
          <ac:chgData name="Kai Jackson" userId="c48f07d815f89fe7" providerId="LiveId" clId="{08913085-C8AD-403E-80E4-CBE2F19D14BE}" dt="2024-06-16T05:10:27.740" v="4139" actId="478"/>
          <ac:spMkLst>
            <pc:docMk/>
            <pc:sldMk cId="219994604" sldId="293"/>
            <ac:spMk id="27" creationId="{29A42B1D-5C6B-4591-0C96-D36B6B28FEDA}"/>
          </ac:spMkLst>
        </pc:spChg>
        <pc:picChg chg="add del mod">
          <ac:chgData name="Kai Jackson" userId="c48f07d815f89fe7" providerId="LiveId" clId="{08913085-C8AD-403E-80E4-CBE2F19D14BE}" dt="2024-06-13T04:46:16.692" v="1990" actId="478"/>
          <ac:picMkLst>
            <pc:docMk/>
            <pc:sldMk cId="219994604" sldId="293"/>
            <ac:picMk id="3" creationId="{C3A60C0C-9B7A-5547-16BD-1A1CA83BFBE3}"/>
          </ac:picMkLst>
        </pc:picChg>
        <pc:picChg chg="add del mod">
          <ac:chgData name="Kai Jackson" userId="c48f07d815f89fe7" providerId="LiveId" clId="{08913085-C8AD-403E-80E4-CBE2F19D14BE}" dt="2024-06-13T04:48:52.286" v="1996" actId="478"/>
          <ac:picMkLst>
            <pc:docMk/>
            <pc:sldMk cId="219994604" sldId="293"/>
            <ac:picMk id="8" creationId="{328826BE-B1B5-F1AA-EA0E-F5DD6F606F6B}"/>
          </ac:picMkLst>
        </pc:picChg>
        <pc:picChg chg="add del mod">
          <ac:chgData name="Kai Jackson" userId="c48f07d815f89fe7" providerId="LiveId" clId="{08913085-C8AD-403E-80E4-CBE2F19D14BE}" dt="2024-06-15T09:35:54.680" v="3310" actId="478"/>
          <ac:picMkLst>
            <pc:docMk/>
            <pc:sldMk cId="219994604" sldId="293"/>
            <ac:picMk id="9" creationId="{54E6F553-90ED-37A9-84E4-DC7B5213CE61}"/>
          </ac:picMkLst>
        </pc:picChg>
        <pc:picChg chg="add del mod">
          <ac:chgData name="Kai Jackson" userId="c48f07d815f89fe7" providerId="LiveId" clId="{08913085-C8AD-403E-80E4-CBE2F19D14BE}" dt="2024-06-16T04:35:08.934" v="3945" actId="478"/>
          <ac:picMkLst>
            <pc:docMk/>
            <pc:sldMk cId="219994604" sldId="293"/>
            <ac:picMk id="10" creationId="{8B161B97-B872-26D3-9193-80378669E3D8}"/>
          </ac:picMkLst>
        </pc:picChg>
        <pc:picChg chg="del">
          <ac:chgData name="Kai Jackson" userId="c48f07d815f89fe7" providerId="LiveId" clId="{08913085-C8AD-403E-80E4-CBE2F19D14BE}" dt="2024-06-13T04:36:51.214" v="1953" actId="478"/>
          <ac:picMkLst>
            <pc:docMk/>
            <pc:sldMk cId="219994604" sldId="293"/>
            <ac:picMk id="11" creationId="{7F57FB85-0905-B579-AA36-DCE0A17C8AB4}"/>
          </ac:picMkLst>
        </pc:picChg>
        <pc:picChg chg="add mod">
          <ac:chgData name="Kai Jackson" userId="c48f07d815f89fe7" providerId="LiveId" clId="{08913085-C8AD-403E-80E4-CBE2F19D14BE}" dt="2024-06-18T09:58:56.638" v="4542" actId="1076"/>
          <ac:picMkLst>
            <pc:docMk/>
            <pc:sldMk cId="219994604" sldId="293"/>
            <ac:picMk id="14" creationId="{B6F461ED-9FEF-3EF4-8928-8975C26B2C39}"/>
          </ac:picMkLst>
        </pc:picChg>
        <pc:picChg chg="add mod">
          <ac:chgData name="Kai Jackson" userId="c48f07d815f89fe7" providerId="LiveId" clId="{08913085-C8AD-403E-80E4-CBE2F19D14BE}" dt="2024-06-18T09:58:49.925" v="4541" actId="14100"/>
          <ac:picMkLst>
            <pc:docMk/>
            <pc:sldMk cId="219994604" sldId="293"/>
            <ac:picMk id="17" creationId="{44629189-5532-6C4A-04E0-A6B61F215B90}"/>
          </ac:picMkLst>
        </pc:picChg>
        <pc:picChg chg="add mod">
          <ac:chgData name="Kai Jackson" userId="c48f07d815f89fe7" providerId="LiveId" clId="{08913085-C8AD-403E-80E4-CBE2F19D14BE}" dt="2024-06-16T04:39:26.621" v="3991" actId="571"/>
          <ac:picMkLst>
            <pc:docMk/>
            <pc:sldMk cId="219994604" sldId="293"/>
            <ac:picMk id="23" creationId="{77949C8A-B7ED-5A73-9588-9E5AACA33DFA}"/>
          </ac:picMkLst>
        </pc:picChg>
      </pc:sldChg>
      <pc:sldChg chg="addSp delSp modSp add del mod">
        <pc:chgData name="Kai Jackson" userId="c48f07d815f89fe7" providerId="LiveId" clId="{08913085-C8AD-403E-80E4-CBE2F19D14BE}" dt="2024-06-16T04:34:34.328" v="3944" actId="47"/>
        <pc:sldMkLst>
          <pc:docMk/>
          <pc:sldMk cId="2974422980" sldId="294"/>
        </pc:sldMkLst>
        <pc:spChg chg="del">
          <ac:chgData name="Kai Jackson" userId="c48f07d815f89fe7" providerId="LiveId" clId="{08913085-C8AD-403E-80E4-CBE2F19D14BE}" dt="2024-06-16T02:23:56.559" v="3471" actId="478"/>
          <ac:spMkLst>
            <pc:docMk/>
            <pc:sldMk cId="2974422980" sldId="294"/>
            <ac:spMk id="4" creationId="{5A15DACD-DA3F-94B6-80C0-207201D33714}"/>
          </ac:spMkLst>
        </pc:spChg>
        <pc:spChg chg="del">
          <ac:chgData name="Kai Jackson" userId="c48f07d815f89fe7" providerId="LiveId" clId="{08913085-C8AD-403E-80E4-CBE2F19D14BE}" dt="2024-06-15T08:54:25.118" v="2913" actId="478"/>
          <ac:spMkLst>
            <pc:docMk/>
            <pc:sldMk cId="2974422980" sldId="294"/>
            <ac:spMk id="5" creationId="{5BB1F745-C112-840D-D54D-1A9A393BA26D}"/>
          </ac:spMkLst>
        </pc:spChg>
        <pc:picChg chg="add mod">
          <ac:chgData name="Kai Jackson" userId="c48f07d815f89fe7" providerId="LiveId" clId="{08913085-C8AD-403E-80E4-CBE2F19D14BE}" dt="2024-06-13T04:37:50.812" v="1965" actId="1076"/>
          <ac:picMkLst>
            <pc:docMk/>
            <pc:sldMk cId="2974422980" sldId="294"/>
            <ac:picMk id="3" creationId="{17186772-2C0B-7863-591F-0DA68A5F3176}"/>
          </ac:picMkLst>
        </pc:picChg>
        <pc:picChg chg="add mod">
          <ac:chgData name="Kai Jackson" userId="c48f07d815f89fe7" providerId="LiveId" clId="{08913085-C8AD-403E-80E4-CBE2F19D14BE}" dt="2024-06-13T04:38:03.164" v="1971" actId="14100"/>
          <ac:picMkLst>
            <pc:docMk/>
            <pc:sldMk cId="2974422980" sldId="294"/>
            <ac:picMk id="8" creationId="{DC069256-A3F4-2914-E103-E8D9FE3240FD}"/>
          </ac:picMkLst>
        </pc:picChg>
        <pc:picChg chg="del">
          <ac:chgData name="Kai Jackson" userId="c48f07d815f89fe7" providerId="LiveId" clId="{08913085-C8AD-403E-80E4-CBE2F19D14BE}" dt="2024-06-13T04:37:43.505" v="1960" actId="478"/>
          <ac:picMkLst>
            <pc:docMk/>
            <pc:sldMk cId="2974422980" sldId="294"/>
            <ac:picMk id="11" creationId="{7F57FB85-0905-B579-AA36-DCE0A17C8AB4}"/>
          </ac:picMkLst>
        </pc:picChg>
      </pc:sldChg>
      <pc:sldChg chg="addSp delSp modSp add del mod modShow">
        <pc:chgData name="Kai Jackson" userId="c48f07d815f89fe7" providerId="LiveId" clId="{08913085-C8AD-403E-80E4-CBE2F19D14BE}" dt="2024-06-15T10:49:03.783" v="3352" actId="47"/>
        <pc:sldMkLst>
          <pc:docMk/>
          <pc:sldMk cId="1210574236" sldId="295"/>
        </pc:sldMkLst>
        <pc:spChg chg="mod">
          <ac:chgData name="Kai Jackson" userId="c48f07d815f89fe7" providerId="LiveId" clId="{08913085-C8AD-403E-80E4-CBE2F19D14BE}" dt="2024-06-14T08:06:26.017" v="2495" actId="14100"/>
          <ac:spMkLst>
            <pc:docMk/>
            <pc:sldMk cId="1210574236" sldId="295"/>
            <ac:spMk id="7" creationId="{3CD9B171-CF88-46DB-9A77-A4A176C1030C}"/>
          </ac:spMkLst>
        </pc:spChg>
        <pc:picChg chg="add del mod">
          <ac:chgData name="Kai Jackson" userId="c48f07d815f89fe7" providerId="LiveId" clId="{08913085-C8AD-403E-80E4-CBE2F19D14BE}" dt="2024-06-14T08:06:14.976" v="2492" actId="478"/>
          <ac:picMkLst>
            <pc:docMk/>
            <pc:sldMk cId="1210574236" sldId="295"/>
            <ac:picMk id="2" creationId="{677CEE9C-C78D-3BF4-321A-739F75F57709}"/>
          </ac:picMkLst>
        </pc:picChg>
        <pc:picChg chg="del">
          <ac:chgData name="Kai Jackson" userId="c48f07d815f89fe7" providerId="LiveId" clId="{08913085-C8AD-403E-80E4-CBE2F19D14BE}" dt="2024-06-14T08:02:18.495" v="2473" actId="478"/>
          <ac:picMkLst>
            <pc:docMk/>
            <pc:sldMk cId="1210574236" sldId="295"/>
            <ac:picMk id="4" creationId="{7F7713CF-2C1A-BE35-3127-A1EE5846F101}"/>
          </ac:picMkLst>
        </pc:picChg>
        <pc:picChg chg="add mod">
          <ac:chgData name="Kai Jackson" userId="c48f07d815f89fe7" providerId="LiveId" clId="{08913085-C8AD-403E-80E4-CBE2F19D14BE}" dt="2024-06-14T08:06:22.768" v="2494" actId="208"/>
          <ac:picMkLst>
            <pc:docMk/>
            <pc:sldMk cId="1210574236" sldId="295"/>
            <ac:picMk id="9" creationId="{E945A031-92BD-4446-2A1E-38A9A9828A26}"/>
          </ac:picMkLst>
        </pc:picChg>
      </pc:sldChg>
      <pc:sldChg chg="addSp delSp modSp add del mod modShow">
        <pc:chgData name="Kai Jackson" userId="c48f07d815f89fe7" providerId="LiveId" clId="{08913085-C8AD-403E-80E4-CBE2F19D14BE}" dt="2024-06-15T10:49:02.321" v="3351" actId="47"/>
        <pc:sldMkLst>
          <pc:docMk/>
          <pc:sldMk cId="35607524" sldId="296"/>
        </pc:sldMkLst>
        <pc:picChg chg="add mod">
          <ac:chgData name="Kai Jackson" userId="c48f07d815f89fe7" providerId="LiveId" clId="{08913085-C8AD-403E-80E4-CBE2F19D14BE}" dt="2024-06-14T08:24:55.987" v="2519" actId="1076"/>
          <ac:picMkLst>
            <pc:docMk/>
            <pc:sldMk cId="35607524" sldId="296"/>
            <ac:picMk id="4" creationId="{A3F21A9B-7754-1455-B8A6-8C66519A4D0B}"/>
          </ac:picMkLst>
        </pc:picChg>
        <pc:picChg chg="del">
          <ac:chgData name="Kai Jackson" userId="c48f07d815f89fe7" providerId="LiveId" clId="{08913085-C8AD-403E-80E4-CBE2F19D14BE}" dt="2024-06-14T08:24:36.690" v="2514" actId="478"/>
          <ac:picMkLst>
            <pc:docMk/>
            <pc:sldMk cId="35607524" sldId="296"/>
            <ac:picMk id="13" creationId="{647347A4-7C88-53FA-AC26-1A56FDE54766}"/>
          </ac:picMkLst>
        </pc:picChg>
      </pc:sldChg>
      <pc:sldChg chg="addSp delSp modSp add mod">
        <pc:chgData name="Kai Jackson" userId="c48f07d815f89fe7" providerId="LiveId" clId="{08913085-C8AD-403E-80E4-CBE2F19D14BE}" dt="2024-06-18T14:48:11.300" v="5311" actId="208"/>
        <pc:sldMkLst>
          <pc:docMk/>
          <pc:sldMk cId="1367535523" sldId="297"/>
        </pc:sldMkLst>
        <pc:spChg chg="del">
          <ac:chgData name="Kai Jackson" userId="c48f07d815f89fe7" providerId="LiveId" clId="{08913085-C8AD-403E-80E4-CBE2F19D14BE}" dt="2024-06-16T02:24:24.041" v="3484" actId="478"/>
          <ac:spMkLst>
            <pc:docMk/>
            <pc:sldMk cId="1367535523" sldId="297"/>
            <ac:spMk id="3" creationId="{4E809DF5-56B4-304A-8777-BB8576005AF2}"/>
          </ac:spMkLst>
        </pc:spChg>
        <pc:spChg chg="mod">
          <ac:chgData name="Kai Jackson" userId="c48f07d815f89fe7" providerId="LiveId" clId="{08913085-C8AD-403E-80E4-CBE2F19D14BE}" dt="2024-06-18T14:39:33.771" v="5281" actId="1076"/>
          <ac:spMkLst>
            <pc:docMk/>
            <pc:sldMk cId="1367535523" sldId="297"/>
            <ac:spMk id="5" creationId="{D7CE68B4-5A26-977D-4503-BE6C172F4366}"/>
          </ac:spMkLst>
        </pc:spChg>
        <pc:spChg chg="mod">
          <ac:chgData name="Kai Jackson" userId="c48f07d815f89fe7" providerId="LiveId" clId="{08913085-C8AD-403E-80E4-CBE2F19D14BE}" dt="2024-06-16T04:09:57.187" v="3823" actId="207"/>
          <ac:spMkLst>
            <pc:docMk/>
            <pc:sldMk cId="1367535523" sldId="297"/>
            <ac:spMk id="7" creationId="{3CD9B171-CF88-46DB-9A77-A4A176C1030C}"/>
          </ac:spMkLst>
        </pc:spChg>
        <pc:spChg chg="add del mod">
          <ac:chgData name="Kai Jackson" userId="c48f07d815f89fe7" providerId="LiveId" clId="{08913085-C8AD-403E-80E4-CBE2F19D14BE}" dt="2024-06-18T13:41:03.977" v="5024" actId="478"/>
          <ac:spMkLst>
            <pc:docMk/>
            <pc:sldMk cId="1367535523" sldId="297"/>
            <ac:spMk id="17" creationId="{D442C18A-7924-25DC-0A90-10BC15E7E283}"/>
          </ac:spMkLst>
        </pc:spChg>
        <pc:picChg chg="add del mod">
          <ac:chgData name="Kai Jackson" userId="c48f07d815f89fe7" providerId="LiveId" clId="{08913085-C8AD-403E-80E4-CBE2F19D14BE}" dt="2024-06-18T13:40:57.272" v="5020" actId="478"/>
          <ac:picMkLst>
            <pc:docMk/>
            <pc:sldMk cId="1367535523" sldId="297"/>
            <ac:picMk id="3" creationId="{7D612254-4595-AA43-6A9D-7D4ADD116792}"/>
          </ac:picMkLst>
        </pc:picChg>
        <pc:picChg chg="add del mod">
          <ac:chgData name="Kai Jackson" userId="c48f07d815f89fe7" providerId="LiveId" clId="{08913085-C8AD-403E-80E4-CBE2F19D14BE}" dt="2024-06-14T14:07:20.638" v="2555" actId="478"/>
          <ac:picMkLst>
            <pc:docMk/>
            <pc:sldMk cId="1367535523" sldId="297"/>
            <ac:picMk id="4" creationId="{0CBAB2C6-4AA9-8A37-69AD-6CFF935C9D6D}"/>
          </ac:picMkLst>
        </pc:picChg>
        <pc:picChg chg="add del mod">
          <ac:chgData name="Kai Jackson" userId="c48f07d815f89fe7" providerId="LiveId" clId="{08913085-C8AD-403E-80E4-CBE2F19D14BE}" dt="2024-06-18T13:47:12.430" v="5043" actId="478"/>
          <ac:picMkLst>
            <pc:docMk/>
            <pc:sldMk cId="1367535523" sldId="297"/>
            <ac:picMk id="8" creationId="{86F0D626-E1E8-72A9-162E-4C92026C5626}"/>
          </ac:picMkLst>
        </pc:picChg>
        <pc:picChg chg="del">
          <ac:chgData name="Kai Jackson" userId="c48f07d815f89fe7" providerId="LiveId" clId="{08913085-C8AD-403E-80E4-CBE2F19D14BE}" dt="2024-06-14T13:58:07.075" v="2542" actId="478"/>
          <ac:picMkLst>
            <pc:docMk/>
            <pc:sldMk cId="1367535523" sldId="297"/>
            <ac:picMk id="9" creationId="{E945A031-92BD-4446-2A1E-38A9A9828A26}"/>
          </ac:picMkLst>
        </pc:picChg>
        <pc:picChg chg="add del mod">
          <ac:chgData name="Kai Jackson" userId="c48f07d815f89fe7" providerId="LiveId" clId="{08913085-C8AD-403E-80E4-CBE2F19D14BE}" dt="2024-06-14T14:09:33.952" v="2568" actId="478"/>
          <ac:picMkLst>
            <pc:docMk/>
            <pc:sldMk cId="1367535523" sldId="297"/>
            <ac:picMk id="10" creationId="{57A7C754-0DCD-B28D-1B40-504E41F8A28B}"/>
          </ac:picMkLst>
        </pc:picChg>
        <pc:picChg chg="add del mod">
          <ac:chgData name="Kai Jackson" userId="c48f07d815f89fe7" providerId="LiveId" clId="{08913085-C8AD-403E-80E4-CBE2F19D14BE}" dt="2024-06-18T14:39:21.718" v="5279" actId="478"/>
          <ac:picMkLst>
            <pc:docMk/>
            <pc:sldMk cId="1367535523" sldId="297"/>
            <ac:picMk id="10" creationId="{F44D8759-756B-8B86-30DF-392A182C3ED0}"/>
          </ac:picMkLst>
        </pc:picChg>
        <pc:picChg chg="add del mod">
          <ac:chgData name="Kai Jackson" userId="c48f07d815f89fe7" providerId="LiveId" clId="{08913085-C8AD-403E-80E4-CBE2F19D14BE}" dt="2024-06-15T10:48:38.811" v="3345" actId="478"/>
          <ac:picMkLst>
            <pc:docMk/>
            <pc:sldMk cId="1367535523" sldId="297"/>
            <ac:picMk id="12" creationId="{5DD351BE-BDDF-F99D-2150-B1C57A7DBB19}"/>
          </ac:picMkLst>
        </pc:picChg>
        <pc:picChg chg="add del mod">
          <ac:chgData name="Kai Jackson" userId="c48f07d815f89fe7" providerId="LiveId" clId="{08913085-C8AD-403E-80E4-CBE2F19D14BE}" dt="2024-06-18T14:48:04.421" v="5307" actId="478"/>
          <ac:picMkLst>
            <pc:docMk/>
            <pc:sldMk cId="1367535523" sldId="297"/>
            <ac:picMk id="12" creationId="{9566ACF4-1D12-C3B8-E379-E1D27177AD0A}"/>
          </ac:picMkLst>
        </pc:picChg>
        <pc:picChg chg="add mod">
          <ac:chgData name="Kai Jackson" userId="c48f07d815f89fe7" providerId="LiveId" clId="{08913085-C8AD-403E-80E4-CBE2F19D14BE}" dt="2024-06-18T14:48:11.300" v="5311" actId="208"/>
          <ac:picMkLst>
            <pc:docMk/>
            <pc:sldMk cId="1367535523" sldId="297"/>
            <ac:picMk id="14" creationId="{1A401DCB-E103-52FB-A8ED-9D8BD5AD2B99}"/>
          </ac:picMkLst>
        </pc:picChg>
        <pc:picChg chg="add del mod">
          <ac:chgData name="Kai Jackson" userId="c48f07d815f89fe7" providerId="LiveId" clId="{08913085-C8AD-403E-80E4-CBE2F19D14BE}" dt="2024-06-15T11:00:01.814" v="3377" actId="478"/>
          <ac:picMkLst>
            <pc:docMk/>
            <pc:sldMk cId="1367535523" sldId="297"/>
            <ac:picMk id="14" creationId="{85E68285-1B58-ADE9-3655-74252BAA753F}"/>
          </ac:picMkLst>
        </pc:picChg>
        <pc:picChg chg="add del mod">
          <ac:chgData name="Kai Jackson" userId="c48f07d815f89fe7" providerId="LiveId" clId="{08913085-C8AD-403E-80E4-CBE2F19D14BE}" dt="2024-06-18T13:40:57.761" v="5021" actId="478"/>
          <ac:picMkLst>
            <pc:docMk/>
            <pc:sldMk cId="1367535523" sldId="297"/>
            <ac:picMk id="16" creationId="{44BC0C96-C7AB-F347-E97D-69C2CEC6456F}"/>
          </ac:picMkLst>
        </pc:picChg>
      </pc:sldChg>
      <pc:sldChg chg="addSp delSp modSp add mod modNotesTx">
        <pc:chgData name="Kai Jackson" userId="c48f07d815f89fe7" providerId="LiveId" clId="{08913085-C8AD-403E-80E4-CBE2F19D14BE}" dt="2024-06-23T04:28:48.628" v="5379" actId="20577"/>
        <pc:sldMkLst>
          <pc:docMk/>
          <pc:sldMk cId="3331367311" sldId="298"/>
        </pc:sldMkLst>
        <pc:spChg chg="del">
          <ac:chgData name="Kai Jackson" userId="c48f07d815f89fe7" providerId="LiveId" clId="{08913085-C8AD-403E-80E4-CBE2F19D14BE}" dt="2024-06-16T02:24:18.169" v="3481" actId="478"/>
          <ac:spMkLst>
            <pc:docMk/>
            <pc:sldMk cId="3331367311" sldId="298"/>
            <ac:spMk id="3" creationId="{4E809DF5-56B4-304A-8777-BB8576005AF2}"/>
          </ac:spMkLst>
        </pc:spChg>
        <pc:spChg chg="mod">
          <ac:chgData name="Kai Jackson" userId="c48f07d815f89fe7" providerId="LiveId" clId="{08913085-C8AD-403E-80E4-CBE2F19D14BE}" dt="2024-06-18T14:34:59.631" v="5268" actId="14100"/>
          <ac:spMkLst>
            <pc:docMk/>
            <pc:sldMk cId="3331367311" sldId="298"/>
            <ac:spMk id="5" creationId="{A986F255-246E-5F4D-2F40-92224D57186C}"/>
          </ac:spMkLst>
        </pc:spChg>
        <pc:spChg chg="add del mod">
          <ac:chgData name="Kai Jackson" userId="c48f07d815f89fe7" providerId="LiveId" clId="{08913085-C8AD-403E-80E4-CBE2F19D14BE}" dt="2024-06-18T14:42:13.324" v="5286" actId="478"/>
          <ac:spMkLst>
            <pc:docMk/>
            <pc:sldMk cId="3331367311" sldId="298"/>
            <ac:spMk id="10" creationId="{60630B2F-7638-7E33-278D-E0BF09628194}"/>
          </ac:spMkLst>
        </pc:spChg>
        <pc:spChg chg="mod">
          <ac:chgData name="Kai Jackson" userId="c48f07d815f89fe7" providerId="LiveId" clId="{08913085-C8AD-403E-80E4-CBE2F19D14BE}" dt="2024-06-15T08:11:38.020" v="2673" actId="1076"/>
          <ac:spMkLst>
            <pc:docMk/>
            <pc:sldMk cId="3331367311" sldId="298"/>
            <ac:spMk id="12" creationId="{A95D973C-E497-5FCC-31EF-29143407C940}"/>
          </ac:spMkLst>
        </pc:spChg>
        <pc:picChg chg="add del mod ord">
          <ac:chgData name="Kai Jackson" userId="c48f07d815f89fe7" providerId="LiveId" clId="{08913085-C8AD-403E-80E4-CBE2F19D14BE}" dt="2024-06-16T03:46:22.533" v="3631" actId="478"/>
          <ac:picMkLst>
            <pc:docMk/>
            <pc:sldMk cId="3331367311" sldId="298"/>
            <ac:picMk id="2" creationId="{A6CAC911-3EB9-F4C8-9353-2BBFDAC2C98C}"/>
          </ac:picMkLst>
        </pc:picChg>
        <pc:picChg chg="add del mod">
          <ac:chgData name="Kai Jackson" userId="c48f07d815f89fe7" providerId="LiveId" clId="{08913085-C8AD-403E-80E4-CBE2F19D14BE}" dt="2024-06-18T14:43:10.986" v="5291" actId="478"/>
          <ac:picMkLst>
            <pc:docMk/>
            <pc:sldMk cId="3331367311" sldId="298"/>
            <ac:picMk id="3" creationId="{5B7C0CE4-277E-5627-12B2-CFAA032ED314}"/>
          </ac:picMkLst>
        </pc:picChg>
        <pc:picChg chg="add mod">
          <ac:chgData name="Kai Jackson" userId="c48f07d815f89fe7" providerId="LiveId" clId="{08913085-C8AD-403E-80E4-CBE2F19D14BE}" dt="2024-06-18T14:43:24.791" v="5296" actId="14100"/>
          <ac:picMkLst>
            <pc:docMk/>
            <pc:sldMk cId="3331367311" sldId="298"/>
            <ac:picMk id="7" creationId="{81C154FB-CA30-139E-C7E8-2840F3C5CCF5}"/>
          </ac:picMkLst>
        </pc:picChg>
        <pc:picChg chg="add del mod">
          <ac:chgData name="Kai Jackson" userId="c48f07d815f89fe7" providerId="LiveId" clId="{08913085-C8AD-403E-80E4-CBE2F19D14BE}" dt="2024-06-16T06:07:25.528" v="4249" actId="478"/>
          <ac:picMkLst>
            <pc:docMk/>
            <pc:sldMk cId="3331367311" sldId="298"/>
            <ac:picMk id="7" creationId="{E60C7CDD-64C6-3C5B-6516-C6FE561D6AB1}"/>
          </ac:picMkLst>
        </pc:picChg>
        <pc:picChg chg="add del mod">
          <ac:chgData name="Kai Jackson" userId="c48f07d815f89fe7" providerId="LiveId" clId="{08913085-C8AD-403E-80E4-CBE2F19D14BE}" dt="2024-06-16T03:56:15.369" v="3672" actId="478"/>
          <ac:picMkLst>
            <pc:docMk/>
            <pc:sldMk cId="3331367311" sldId="298"/>
            <ac:picMk id="9" creationId="{4CF1E9CB-1FBB-62D7-A105-C07A42A97F20}"/>
          </ac:picMkLst>
        </pc:picChg>
        <pc:picChg chg="add del mod">
          <ac:chgData name="Kai Jackson" userId="c48f07d815f89fe7" providerId="LiveId" clId="{08913085-C8AD-403E-80E4-CBE2F19D14BE}" dt="2024-06-18T14:42:11.560" v="5285" actId="478"/>
          <ac:picMkLst>
            <pc:docMk/>
            <pc:sldMk cId="3331367311" sldId="298"/>
            <ac:picMk id="13" creationId="{43B3E1A1-520B-1F6F-8E20-D48832562538}"/>
          </ac:picMkLst>
        </pc:picChg>
        <pc:picChg chg="add mod">
          <ac:chgData name="Kai Jackson" userId="c48f07d815f89fe7" providerId="LiveId" clId="{08913085-C8AD-403E-80E4-CBE2F19D14BE}" dt="2024-06-16T06:07:45.828" v="4256" actId="14100"/>
          <ac:picMkLst>
            <pc:docMk/>
            <pc:sldMk cId="3331367311" sldId="298"/>
            <ac:picMk id="15" creationId="{31CA364B-79EA-118C-31DD-6E0B8A9811EA}"/>
          </ac:picMkLst>
        </pc:picChg>
        <pc:picChg chg="del">
          <ac:chgData name="Kai Jackson" userId="c48f07d815f89fe7" providerId="LiveId" clId="{08913085-C8AD-403E-80E4-CBE2F19D14BE}" dt="2024-06-15T08:09:39.780" v="2664" actId="478"/>
          <ac:picMkLst>
            <pc:docMk/>
            <pc:sldMk cId="3331367311" sldId="298"/>
            <ac:picMk id="19" creationId="{615301BF-EB9C-4AC5-A1CE-B45444BCEF62}"/>
          </ac:picMkLst>
        </pc:picChg>
      </pc:sldChg>
      <pc:sldChg chg="addSp delSp modSp add del mod modShow">
        <pc:chgData name="Kai Jackson" userId="c48f07d815f89fe7" providerId="LiveId" clId="{08913085-C8AD-403E-80E4-CBE2F19D14BE}" dt="2024-06-16T07:29:46.579" v="4522" actId="47"/>
        <pc:sldMkLst>
          <pc:docMk/>
          <pc:sldMk cId="3112225061" sldId="299"/>
        </pc:sldMkLst>
        <pc:spChg chg="mod">
          <ac:chgData name="Kai Jackson" userId="c48f07d815f89fe7" providerId="LiveId" clId="{08913085-C8AD-403E-80E4-CBE2F19D14BE}" dt="2024-06-16T05:05:10.658" v="4118" actId="1076"/>
          <ac:spMkLst>
            <pc:docMk/>
            <pc:sldMk cId="3112225061" sldId="299"/>
            <ac:spMk id="3" creationId="{7F53A727-80EE-3329-1EDF-55D77A1EBC56}"/>
          </ac:spMkLst>
        </pc:spChg>
        <pc:picChg chg="del">
          <ac:chgData name="Kai Jackson" userId="c48f07d815f89fe7" providerId="LiveId" clId="{08913085-C8AD-403E-80E4-CBE2F19D14BE}" dt="2024-06-16T05:03:51.117" v="4095" actId="478"/>
          <ac:picMkLst>
            <pc:docMk/>
            <pc:sldMk cId="3112225061" sldId="299"/>
            <ac:picMk id="5" creationId="{F1EEB50C-BF11-B323-58B6-FC42D148A9EE}"/>
          </ac:picMkLst>
        </pc:picChg>
        <pc:picChg chg="add mod">
          <ac:chgData name="Kai Jackson" userId="c48f07d815f89fe7" providerId="LiveId" clId="{08913085-C8AD-403E-80E4-CBE2F19D14BE}" dt="2024-06-16T05:04:54.415" v="4116" actId="1076"/>
          <ac:picMkLst>
            <pc:docMk/>
            <pc:sldMk cId="3112225061" sldId="299"/>
            <ac:picMk id="7" creationId="{0F37CD19-D9CF-9DF2-5A0F-41D8AB01E791}"/>
          </ac:picMkLst>
        </pc:picChg>
        <pc:picChg chg="del">
          <ac:chgData name="Kai Jackson" userId="c48f07d815f89fe7" providerId="LiveId" clId="{08913085-C8AD-403E-80E4-CBE2F19D14BE}" dt="2024-06-16T05:03:52.176" v="4096" actId="478"/>
          <ac:picMkLst>
            <pc:docMk/>
            <pc:sldMk cId="3112225061" sldId="299"/>
            <ac:picMk id="9" creationId="{06DD6829-7556-0E8E-DCF5-A69F92772770}"/>
          </ac:picMkLst>
        </pc:picChg>
        <pc:picChg chg="add del mod ord">
          <ac:chgData name="Kai Jackson" userId="c48f07d815f89fe7" providerId="LiveId" clId="{08913085-C8AD-403E-80E4-CBE2F19D14BE}" dt="2024-06-16T06:59:13.890" v="4363" actId="1076"/>
          <ac:picMkLst>
            <pc:docMk/>
            <pc:sldMk cId="3112225061" sldId="299"/>
            <ac:picMk id="13" creationId="{5126B116-84C4-DC52-E0A7-133F07485793}"/>
          </ac:picMkLst>
        </pc:picChg>
      </pc:sldChg>
      <pc:sldChg chg="addSp delSp modSp add mod">
        <pc:chgData name="Kai Jackson" userId="c48f07d815f89fe7" providerId="LiveId" clId="{08913085-C8AD-403E-80E4-CBE2F19D14BE}" dt="2024-06-23T03:38:44.940" v="5349" actId="207"/>
        <pc:sldMkLst>
          <pc:docMk/>
          <pc:sldMk cId="622430120" sldId="300"/>
        </pc:sldMkLst>
        <pc:spChg chg="mod">
          <ac:chgData name="Kai Jackson" userId="c48f07d815f89fe7" providerId="LiveId" clId="{08913085-C8AD-403E-80E4-CBE2F19D14BE}" dt="2024-06-16T07:24:11.482" v="4485" actId="14100"/>
          <ac:spMkLst>
            <pc:docMk/>
            <pc:sldMk cId="622430120" sldId="300"/>
            <ac:spMk id="3" creationId="{7B943E7C-A74D-4CB3-844B-51917C88C95F}"/>
          </ac:spMkLst>
        </pc:spChg>
        <pc:spChg chg="add del mod">
          <ac:chgData name="Kai Jackson" userId="c48f07d815f89fe7" providerId="LiveId" clId="{08913085-C8AD-403E-80E4-CBE2F19D14BE}" dt="2024-06-16T07:25:24.871" v="4493" actId="478"/>
          <ac:spMkLst>
            <pc:docMk/>
            <pc:sldMk cId="622430120" sldId="300"/>
            <ac:spMk id="4" creationId="{7DA945D9-F11F-4B12-BB77-D8351B3697F1}"/>
          </ac:spMkLst>
        </pc:spChg>
        <pc:spChg chg="del">
          <ac:chgData name="Kai Jackson" userId="c48f07d815f89fe7" providerId="LiveId" clId="{08913085-C8AD-403E-80E4-CBE2F19D14BE}" dt="2024-06-16T07:17:25.486" v="4417" actId="478"/>
          <ac:spMkLst>
            <pc:docMk/>
            <pc:sldMk cId="622430120" sldId="300"/>
            <ac:spMk id="7" creationId="{2D041AA9-68A4-7688-8377-BA7F797E41C1}"/>
          </ac:spMkLst>
        </pc:spChg>
        <pc:spChg chg="del mod">
          <ac:chgData name="Kai Jackson" userId="c48f07d815f89fe7" providerId="LiveId" clId="{08913085-C8AD-403E-80E4-CBE2F19D14BE}" dt="2024-06-16T07:17:44.516" v="4422" actId="478"/>
          <ac:spMkLst>
            <pc:docMk/>
            <pc:sldMk cId="622430120" sldId="300"/>
            <ac:spMk id="9" creationId="{47326AF7-EE1E-4E56-2954-375992CDB00D}"/>
          </ac:spMkLst>
        </pc:spChg>
        <pc:spChg chg="del mod">
          <ac:chgData name="Kai Jackson" userId="c48f07d815f89fe7" providerId="LiveId" clId="{08913085-C8AD-403E-80E4-CBE2F19D14BE}" dt="2024-06-16T07:25:22.422" v="4492" actId="12084"/>
          <ac:spMkLst>
            <pc:docMk/>
            <pc:sldMk cId="622430120" sldId="300"/>
            <ac:spMk id="11" creationId="{CAD8D0BF-B7B1-46D1-D4C5-17F299BF6977}"/>
          </ac:spMkLst>
        </pc:spChg>
        <pc:graphicFrameChg chg="add mod modGraphic">
          <ac:chgData name="Kai Jackson" userId="c48f07d815f89fe7" providerId="LiveId" clId="{08913085-C8AD-403E-80E4-CBE2F19D14BE}" dt="2024-06-16T07:27:10.905" v="4510" actId="1076"/>
          <ac:graphicFrameMkLst>
            <pc:docMk/>
            <pc:sldMk cId="622430120" sldId="300"/>
            <ac:graphicFrameMk id="5" creationId="{AF02DE62-891D-DFF4-B1B9-5AF23501607D}"/>
          </ac:graphicFrameMkLst>
        </pc:graphicFrameChg>
        <pc:graphicFrameChg chg="mod modGraphic">
          <ac:chgData name="Kai Jackson" userId="c48f07d815f89fe7" providerId="LiveId" clId="{08913085-C8AD-403E-80E4-CBE2F19D14BE}" dt="2024-06-23T03:38:44.940" v="5349" actId="207"/>
          <ac:graphicFrameMkLst>
            <pc:docMk/>
            <pc:sldMk cId="622430120" sldId="300"/>
            <ac:graphicFrameMk id="23" creationId="{230149D0-6820-0FDC-1D45-D15636784B8C}"/>
          </ac:graphicFrameMkLst>
        </pc:graphicFrameChg>
        <pc:picChg chg="del mod">
          <ac:chgData name="Kai Jackson" userId="c48f07d815f89fe7" providerId="LiveId" clId="{08913085-C8AD-403E-80E4-CBE2F19D14BE}" dt="2024-06-16T07:29:20.886" v="4521" actId="478"/>
          <ac:picMkLst>
            <pc:docMk/>
            <pc:sldMk cId="622430120" sldId="300"/>
            <ac:picMk id="20" creationId="{AE2A3EB0-05F1-4850-4B3A-D81166A45386}"/>
          </ac:picMkLst>
        </pc:picChg>
      </pc:sldChg>
      <pc:sldChg chg="add del">
        <pc:chgData name="Kai Jackson" userId="c48f07d815f89fe7" providerId="LiveId" clId="{08913085-C8AD-403E-80E4-CBE2F19D14BE}" dt="2024-06-16T05:03:25.853" v="4090"/>
        <pc:sldMkLst>
          <pc:docMk/>
          <pc:sldMk cId="1268792178" sldId="300"/>
        </pc:sldMkLst>
      </pc:sldChg>
      <pc:sldMasterChg chg="modSldLayout">
        <pc:chgData name="Kai Jackson" userId="c48f07d815f89fe7" providerId="LiveId" clId="{08913085-C8AD-403E-80E4-CBE2F19D14BE}" dt="2024-06-16T05:07:52.640" v="4119"/>
        <pc:sldMasterMkLst>
          <pc:docMk/>
          <pc:sldMasterMk cId="1788353970" sldId="2147483648"/>
        </pc:sldMasterMkLst>
        <pc:sldLayoutChg chg="modSp mod">
          <pc:chgData name="Kai Jackson" userId="c48f07d815f89fe7" providerId="LiveId" clId="{08913085-C8AD-403E-80E4-CBE2F19D14BE}" dt="2024-06-16T04:00:54.184" v="3704" actId="207"/>
          <pc:sldLayoutMkLst>
            <pc:docMk/>
            <pc:sldMasterMk cId="1788353970" sldId="2147483648"/>
            <pc:sldLayoutMk cId="2916498579" sldId="2147483649"/>
          </pc:sldLayoutMkLst>
          <pc:spChg chg="mod">
            <ac:chgData name="Kai Jackson" userId="c48f07d815f89fe7" providerId="LiveId" clId="{08913085-C8AD-403E-80E4-CBE2F19D14BE}" dt="2024-06-16T04:00:54.184" v="3704" actId="207"/>
            <ac:spMkLst>
              <pc:docMk/>
              <pc:sldMasterMk cId="1788353970" sldId="2147483648"/>
              <pc:sldLayoutMk cId="2916498579" sldId="2147483649"/>
              <ac:spMk id="9" creationId="{58080B3E-915C-2D4C-8608-596E1BFD6387}"/>
            </ac:spMkLst>
          </pc:spChg>
          <pc:spChg chg="mod">
            <ac:chgData name="Kai Jackson" userId="c48f07d815f89fe7" providerId="LiveId" clId="{08913085-C8AD-403E-80E4-CBE2F19D14BE}" dt="2024-06-16T04:00:49.514" v="3703" actId="207"/>
            <ac:spMkLst>
              <pc:docMk/>
              <pc:sldMasterMk cId="1788353970" sldId="2147483648"/>
              <pc:sldLayoutMk cId="2916498579" sldId="2147483649"/>
              <ac:spMk id="11" creationId="{37979A1C-BF60-B345-A664-2E4F7A3461EB}"/>
            </ac:spMkLst>
          </pc:spChg>
          <pc:spChg chg="mod">
            <ac:chgData name="Kai Jackson" userId="c48f07d815f89fe7" providerId="LiveId" clId="{08913085-C8AD-403E-80E4-CBE2F19D14BE}" dt="2024-06-16T04:00:35.664" v="3701" actId="207"/>
            <ac:spMkLst>
              <pc:docMk/>
              <pc:sldMasterMk cId="1788353970" sldId="2147483648"/>
              <pc:sldLayoutMk cId="2916498579" sldId="2147483649"/>
              <ac:spMk id="15" creationId="{EFBF1E52-11FA-DC48-B7AD-75734232FFE8}"/>
            </ac:spMkLst>
          </pc:spChg>
          <pc:spChg chg="mod">
            <ac:chgData name="Kai Jackson" userId="c48f07d815f89fe7" providerId="LiveId" clId="{08913085-C8AD-403E-80E4-CBE2F19D14BE}" dt="2024-06-16T04:00:43.482" v="3702" actId="207"/>
            <ac:spMkLst>
              <pc:docMk/>
              <pc:sldMasterMk cId="1788353970" sldId="2147483648"/>
              <pc:sldLayoutMk cId="2916498579" sldId="2147483649"/>
              <ac:spMk id="28" creationId="{9E240E8A-950E-7946-826C-415CB5DACA43}"/>
            </ac:spMkLst>
          </pc:spChg>
        </pc:sldLayoutChg>
        <pc:sldLayoutChg chg="modSp mod">
          <pc:chgData name="Kai Jackson" userId="c48f07d815f89fe7" providerId="LiveId" clId="{08913085-C8AD-403E-80E4-CBE2F19D14BE}" dt="2024-06-16T04:01:10.129" v="3707" actId="207"/>
          <pc:sldLayoutMkLst>
            <pc:docMk/>
            <pc:sldMasterMk cId="1788353970" sldId="2147483648"/>
            <pc:sldLayoutMk cId="2782271272" sldId="2147483650"/>
          </pc:sldLayoutMkLst>
          <pc:spChg chg="mod">
            <ac:chgData name="Kai Jackson" userId="c48f07d815f89fe7" providerId="LiveId" clId="{08913085-C8AD-403E-80E4-CBE2F19D14BE}" dt="2024-06-16T04:00:59.931" v="3705" actId="207"/>
            <ac:spMkLst>
              <pc:docMk/>
              <pc:sldMasterMk cId="1788353970" sldId="2147483648"/>
              <pc:sldLayoutMk cId="2782271272" sldId="2147483650"/>
              <ac:spMk id="4" creationId="{6A7F6A3F-E1DD-A246-9A6D-5F9B18BA2588}"/>
            </ac:spMkLst>
          </pc:spChg>
          <pc:spChg chg="mod">
            <ac:chgData name="Kai Jackson" userId="c48f07d815f89fe7" providerId="LiveId" clId="{08913085-C8AD-403E-80E4-CBE2F19D14BE}" dt="2024-06-16T04:01:05.270" v="3706" actId="207"/>
            <ac:spMkLst>
              <pc:docMk/>
              <pc:sldMasterMk cId="1788353970" sldId="2147483648"/>
              <pc:sldLayoutMk cId="2782271272" sldId="2147483650"/>
              <ac:spMk id="5" creationId="{055FD0FC-C8FF-6741-A364-A29CDC6F9495}"/>
            </ac:spMkLst>
          </pc:spChg>
          <pc:spChg chg="mod">
            <ac:chgData name="Kai Jackson" userId="c48f07d815f89fe7" providerId="LiveId" clId="{08913085-C8AD-403E-80E4-CBE2F19D14BE}" dt="2024-06-16T04:01:10.129" v="3707" actId="207"/>
            <ac:spMkLst>
              <pc:docMk/>
              <pc:sldMasterMk cId="1788353970" sldId="2147483648"/>
              <pc:sldLayoutMk cId="2782271272" sldId="2147483650"/>
              <ac:spMk id="7" creationId="{55C37C19-F268-4A43-A0D4-3B1B38D48952}"/>
            </ac:spMkLst>
          </pc:spChg>
        </pc:sldLayoutChg>
        <pc:sldLayoutChg chg="delSp modSp mod setBg">
          <pc:chgData name="Kai Jackson" userId="c48f07d815f89fe7" providerId="LiveId" clId="{08913085-C8AD-403E-80E4-CBE2F19D14BE}" dt="2024-06-16T04:46:15.550" v="4015"/>
          <pc:sldLayoutMkLst>
            <pc:docMk/>
            <pc:sldMasterMk cId="1788353970" sldId="2147483648"/>
            <pc:sldLayoutMk cId="2802635032" sldId="2147483651"/>
          </pc:sldLayoutMkLst>
          <pc:spChg chg="del mod">
            <ac:chgData name="Kai Jackson" userId="c48f07d815f89fe7" providerId="LiveId" clId="{08913085-C8AD-403E-80E4-CBE2F19D14BE}" dt="2024-06-16T04:43:13.245" v="3997" actId="478"/>
            <ac:spMkLst>
              <pc:docMk/>
              <pc:sldMasterMk cId="1788353970" sldId="2147483648"/>
              <pc:sldLayoutMk cId="2802635032" sldId="2147483651"/>
              <ac:spMk id="7" creationId="{2A62587F-7496-384A-AF40-18FC8CF0709D}"/>
            </ac:spMkLst>
          </pc:spChg>
        </pc:sldLayoutChg>
        <pc:sldLayoutChg chg="modSp mod setBg">
          <pc:chgData name="Kai Jackson" userId="c48f07d815f89fe7" providerId="LiveId" clId="{08913085-C8AD-403E-80E4-CBE2F19D14BE}" dt="2024-06-13T04:12:32.077" v="1811" actId="2085"/>
          <pc:sldLayoutMkLst>
            <pc:docMk/>
            <pc:sldMasterMk cId="1788353970" sldId="2147483648"/>
            <pc:sldLayoutMk cId="1476947594" sldId="2147483654"/>
          </pc:sldLayoutMkLst>
          <pc:spChg chg="mod">
            <ac:chgData name="Kai Jackson" userId="c48f07d815f89fe7" providerId="LiveId" clId="{08913085-C8AD-403E-80E4-CBE2F19D14BE}" dt="2024-06-13T04:12:32.077" v="1811" actId="2085"/>
            <ac:spMkLst>
              <pc:docMk/>
              <pc:sldMasterMk cId="1788353970" sldId="2147483648"/>
              <pc:sldLayoutMk cId="1476947594" sldId="2147483654"/>
              <ac:spMk id="9" creationId="{612193CD-03AD-D74D-A5CD-747A9B53F49A}"/>
            </ac:spMkLst>
          </pc:spChg>
        </pc:sldLayoutChg>
        <pc:sldLayoutChg chg="modSp mod">
          <pc:chgData name="Kai Jackson" userId="c48f07d815f89fe7" providerId="LiveId" clId="{08913085-C8AD-403E-80E4-CBE2F19D14BE}" dt="2024-06-13T04:07:21.752" v="1778" actId="207"/>
          <pc:sldLayoutMkLst>
            <pc:docMk/>
            <pc:sldMasterMk cId="1788353970" sldId="2147483648"/>
            <pc:sldLayoutMk cId="3154419118" sldId="2147483658"/>
          </pc:sldLayoutMkLst>
          <pc:spChg chg="mod">
            <ac:chgData name="Kai Jackson" userId="c48f07d815f89fe7" providerId="LiveId" clId="{08913085-C8AD-403E-80E4-CBE2F19D14BE}" dt="2024-06-13T04:07:19.380" v="1777" actId="207"/>
            <ac:spMkLst>
              <pc:docMk/>
              <pc:sldMasterMk cId="1788353970" sldId="2147483648"/>
              <pc:sldLayoutMk cId="3154419118" sldId="2147483658"/>
              <ac:spMk id="25" creationId="{9383F23A-D872-2A4C-B386-A9D269BE694D}"/>
            </ac:spMkLst>
          </pc:spChg>
          <pc:spChg chg="mod">
            <ac:chgData name="Kai Jackson" userId="c48f07d815f89fe7" providerId="LiveId" clId="{08913085-C8AD-403E-80E4-CBE2F19D14BE}" dt="2024-06-13T04:07:21.752" v="1778" actId="207"/>
            <ac:spMkLst>
              <pc:docMk/>
              <pc:sldMasterMk cId="1788353970" sldId="2147483648"/>
              <pc:sldLayoutMk cId="3154419118" sldId="2147483658"/>
              <ac:spMk id="29" creationId="{DF312EF8-91BE-5946-BE31-8CFE107A2FEA}"/>
            </ac:spMkLst>
          </pc:spChg>
        </pc:sldLayoutChg>
        <pc:sldLayoutChg chg="modSp mod">
          <pc:chgData name="Kai Jackson" userId="c48f07d815f89fe7" providerId="LiveId" clId="{08913085-C8AD-403E-80E4-CBE2F19D14BE}" dt="2024-06-16T04:01:31.854" v="3710" actId="207"/>
          <pc:sldLayoutMkLst>
            <pc:docMk/>
            <pc:sldMasterMk cId="1788353970" sldId="2147483648"/>
            <pc:sldLayoutMk cId="986529405" sldId="2147483659"/>
          </pc:sldLayoutMkLst>
          <pc:spChg chg="mod">
            <ac:chgData name="Kai Jackson" userId="c48f07d815f89fe7" providerId="LiveId" clId="{08913085-C8AD-403E-80E4-CBE2F19D14BE}" dt="2024-06-16T04:01:31.854" v="3710" actId="207"/>
            <ac:spMkLst>
              <pc:docMk/>
              <pc:sldMasterMk cId="1788353970" sldId="2147483648"/>
              <pc:sldLayoutMk cId="986529405" sldId="2147483659"/>
              <ac:spMk id="15" creationId="{EFBF1E52-11FA-DC48-B7AD-75734232FFE8}"/>
            </ac:spMkLst>
          </pc:spChg>
          <pc:spChg chg="mod">
            <ac:chgData name="Kai Jackson" userId="c48f07d815f89fe7" providerId="LiveId" clId="{08913085-C8AD-403E-80E4-CBE2F19D14BE}" dt="2024-06-16T04:01:26.842" v="3709" actId="207"/>
            <ac:spMkLst>
              <pc:docMk/>
              <pc:sldMasterMk cId="1788353970" sldId="2147483648"/>
              <pc:sldLayoutMk cId="986529405" sldId="2147483659"/>
              <ac:spMk id="23" creationId="{067EACEC-C2DD-EA42-8504-176673AD1F20}"/>
            </ac:spMkLst>
          </pc:spChg>
        </pc:sldLayoutChg>
        <pc:sldLayoutChg chg="modSp mod setBg">
          <pc:chgData name="Kai Jackson" userId="c48f07d815f89fe7" providerId="LiveId" clId="{08913085-C8AD-403E-80E4-CBE2F19D14BE}" dt="2024-06-16T05:07:52.640" v="4119"/>
          <pc:sldLayoutMkLst>
            <pc:docMk/>
            <pc:sldMasterMk cId="1788353970" sldId="2147483648"/>
            <pc:sldLayoutMk cId="3190945164" sldId="2147483661"/>
          </pc:sldLayoutMkLst>
          <pc:spChg chg="mod">
            <ac:chgData name="Kai Jackson" userId="c48f07d815f89fe7" providerId="LiveId" clId="{08913085-C8AD-403E-80E4-CBE2F19D14BE}" dt="2024-06-16T04:01:39.373" v="3711" actId="207"/>
            <ac:spMkLst>
              <pc:docMk/>
              <pc:sldMasterMk cId="1788353970" sldId="2147483648"/>
              <pc:sldLayoutMk cId="3190945164" sldId="2147483661"/>
              <ac:spMk id="13" creationId="{801D8067-144A-FE48-AF1E-529B662DCAD3}"/>
            </ac:spMkLst>
          </pc:spChg>
        </pc:sldLayoutChg>
        <pc:sldLayoutChg chg="setBg">
          <pc:chgData name="Kai Jackson" userId="c48f07d815f89fe7" providerId="LiveId" clId="{08913085-C8AD-403E-80E4-CBE2F19D14BE}" dt="2024-06-16T04:02:32.318" v="3720"/>
          <pc:sldLayoutMkLst>
            <pc:docMk/>
            <pc:sldMasterMk cId="1788353970" sldId="2147483648"/>
            <pc:sldLayoutMk cId="569275536" sldId="2147483663"/>
          </pc:sldLayoutMkLst>
        </pc:sldLayoutChg>
        <pc:sldLayoutChg chg="modSp mod">
          <pc:chgData name="Kai Jackson" userId="c48f07d815f89fe7" providerId="LiveId" clId="{08913085-C8AD-403E-80E4-CBE2F19D14BE}" dt="2024-06-16T04:01:57.132" v="3714" actId="207"/>
          <pc:sldLayoutMkLst>
            <pc:docMk/>
            <pc:sldMasterMk cId="1788353970" sldId="2147483648"/>
            <pc:sldLayoutMk cId="2131912741" sldId="2147483664"/>
          </pc:sldLayoutMkLst>
          <pc:spChg chg="mod">
            <ac:chgData name="Kai Jackson" userId="c48f07d815f89fe7" providerId="LiveId" clId="{08913085-C8AD-403E-80E4-CBE2F19D14BE}" dt="2024-06-16T04:01:48.049" v="3712" actId="207"/>
            <ac:spMkLst>
              <pc:docMk/>
              <pc:sldMasterMk cId="1788353970" sldId="2147483648"/>
              <pc:sldLayoutMk cId="2131912741" sldId="2147483664"/>
              <ac:spMk id="4" creationId="{6A7F6A3F-E1DD-A246-9A6D-5F9B18BA2588}"/>
            </ac:spMkLst>
          </pc:spChg>
          <pc:spChg chg="mod">
            <ac:chgData name="Kai Jackson" userId="c48f07d815f89fe7" providerId="LiveId" clId="{08913085-C8AD-403E-80E4-CBE2F19D14BE}" dt="2024-06-16T04:01:52.781" v="3713" actId="207"/>
            <ac:spMkLst>
              <pc:docMk/>
              <pc:sldMasterMk cId="1788353970" sldId="2147483648"/>
              <pc:sldLayoutMk cId="2131912741" sldId="2147483664"/>
              <ac:spMk id="5" creationId="{055FD0FC-C8FF-6741-A364-A29CDC6F9495}"/>
            </ac:spMkLst>
          </pc:spChg>
          <pc:spChg chg="mod">
            <ac:chgData name="Kai Jackson" userId="c48f07d815f89fe7" providerId="LiveId" clId="{08913085-C8AD-403E-80E4-CBE2F19D14BE}" dt="2024-06-16T04:01:57.132" v="3714" actId="207"/>
            <ac:spMkLst>
              <pc:docMk/>
              <pc:sldMasterMk cId="1788353970" sldId="2147483648"/>
              <pc:sldLayoutMk cId="2131912741" sldId="2147483664"/>
              <ac:spMk id="7" creationId="{55C37C19-F268-4A43-A0D4-3B1B38D48952}"/>
            </ac:spMkLst>
          </pc:spChg>
        </pc:sldLayoutChg>
        <pc:sldLayoutChg chg="modSp mod">
          <pc:chgData name="Kai Jackson" userId="c48f07d815f89fe7" providerId="LiveId" clId="{08913085-C8AD-403E-80E4-CBE2F19D14BE}" dt="2024-06-16T04:02:10.581" v="3717" actId="207"/>
          <pc:sldLayoutMkLst>
            <pc:docMk/>
            <pc:sldMasterMk cId="1788353970" sldId="2147483648"/>
            <pc:sldLayoutMk cId="2756976449" sldId="2147483665"/>
          </pc:sldLayoutMkLst>
          <pc:spChg chg="mod">
            <ac:chgData name="Kai Jackson" userId="c48f07d815f89fe7" providerId="LiveId" clId="{08913085-C8AD-403E-80E4-CBE2F19D14BE}" dt="2024-06-16T04:02:03.089" v="3715" actId="207"/>
            <ac:spMkLst>
              <pc:docMk/>
              <pc:sldMasterMk cId="1788353970" sldId="2147483648"/>
              <pc:sldLayoutMk cId="2756976449" sldId="2147483665"/>
              <ac:spMk id="4" creationId="{6A7F6A3F-E1DD-A246-9A6D-5F9B18BA2588}"/>
            </ac:spMkLst>
          </pc:spChg>
          <pc:spChg chg="mod">
            <ac:chgData name="Kai Jackson" userId="c48f07d815f89fe7" providerId="LiveId" clId="{08913085-C8AD-403E-80E4-CBE2F19D14BE}" dt="2024-06-16T04:02:07.062" v="3716" actId="207"/>
            <ac:spMkLst>
              <pc:docMk/>
              <pc:sldMasterMk cId="1788353970" sldId="2147483648"/>
              <pc:sldLayoutMk cId="2756976449" sldId="2147483665"/>
              <ac:spMk id="5" creationId="{055FD0FC-C8FF-6741-A364-A29CDC6F9495}"/>
            </ac:spMkLst>
          </pc:spChg>
          <pc:spChg chg="mod">
            <ac:chgData name="Kai Jackson" userId="c48f07d815f89fe7" providerId="LiveId" clId="{08913085-C8AD-403E-80E4-CBE2F19D14BE}" dt="2024-06-16T04:02:10.581" v="3717" actId="207"/>
            <ac:spMkLst>
              <pc:docMk/>
              <pc:sldMasterMk cId="1788353970" sldId="2147483648"/>
              <pc:sldLayoutMk cId="2756976449" sldId="2147483665"/>
              <ac:spMk id="7" creationId="{55C37C19-F268-4A43-A0D4-3B1B38D48952}"/>
            </ac:spMkLst>
          </pc:spChg>
        </pc:sldLayoutChg>
        <pc:sldLayoutChg chg="modSp mod">
          <pc:chgData name="Kai Jackson" userId="c48f07d815f89fe7" providerId="LiveId" clId="{08913085-C8AD-403E-80E4-CBE2F19D14BE}" dt="2024-06-16T04:02:21.850" v="3719" actId="207"/>
          <pc:sldLayoutMkLst>
            <pc:docMk/>
            <pc:sldMasterMk cId="1788353970" sldId="2147483648"/>
            <pc:sldLayoutMk cId="2544706900" sldId="2147483666"/>
          </pc:sldLayoutMkLst>
          <pc:spChg chg="mod">
            <ac:chgData name="Kai Jackson" userId="c48f07d815f89fe7" providerId="LiveId" clId="{08913085-C8AD-403E-80E4-CBE2F19D14BE}" dt="2024-06-16T04:02:17.375" v="3718" actId="207"/>
            <ac:spMkLst>
              <pc:docMk/>
              <pc:sldMasterMk cId="1788353970" sldId="2147483648"/>
              <pc:sldLayoutMk cId="2544706900" sldId="2147483666"/>
              <ac:spMk id="15" creationId="{EFBF1E52-11FA-DC48-B7AD-75734232FFE8}"/>
            </ac:spMkLst>
          </pc:spChg>
          <pc:spChg chg="mod">
            <ac:chgData name="Kai Jackson" userId="c48f07d815f89fe7" providerId="LiveId" clId="{08913085-C8AD-403E-80E4-CBE2F19D14BE}" dt="2024-06-16T04:02:21.850" v="3719" actId="207"/>
            <ac:spMkLst>
              <pc:docMk/>
              <pc:sldMasterMk cId="1788353970" sldId="2147483648"/>
              <pc:sldLayoutMk cId="2544706900" sldId="2147483666"/>
              <ac:spMk id="17" creationId="{39563C76-BC00-DE47-88F5-C24D3CE3325A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26DF76-5D80-4E63-9A99-EB9D161CE601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vi-VN"/>
        </a:p>
      </dgm:t>
    </dgm:pt>
    <dgm:pt modelId="{4AA0790C-609C-4B4F-BB2C-C8869AEC63B5}">
      <dgm:prSet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sz="1800" b="1">
              <a:latin typeface="Arial" panose="020B0604020202020204" pitchFamily="34" charset="0"/>
              <a:cs typeface="Arial" panose="020B0604020202020204" pitchFamily="34" charset="0"/>
            </a:rPr>
            <a:t>These points provide concise solutions for enhancing delivery efficiency through analyses of time and location.</a:t>
          </a:r>
          <a:endParaRPr lang="vi-VN" sz="18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98D12DA-A897-46A5-8A28-1A6718FCA3B6}" type="parTrans" cxnId="{34498EB0-DA18-474C-9BD7-0CC0C1CABDD4}">
      <dgm:prSet/>
      <dgm:spPr/>
      <dgm:t>
        <a:bodyPr/>
        <a:lstStyle/>
        <a:p>
          <a:endParaRPr lang="vi-VN"/>
        </a:p>
      </dgm:t>
    </dgm:pt>
    <dgm:pt modelId="{175B42EE-A97F-421E-8C7A-E0F3A70F5CD6}" type="sibTrans" cxnId="{34498EB0-DA18-474C-9BD7-0CC0C1CABDD4}">
      <dgm:prSet/>
      <dgm:spPr/>
      <dgm:t>
        <a:bodyPr/>
        <a:lstStyle/>
        <a:p>
          <a:endParaRPr lang="vi-VN"/>
        </a:p>
      </dgm:t>
    </dgm:pt>
    <dgm:pt modelId="{F76B48A0-074F-448A-9A38-71F4938E8E7D}" type="pres">
      <dgm:prSet presAssocID="{5426DF76-5D80-4E63-9A99-EB9D161CE601}" presName="CompostProcess" presStyleCnt="0">
        <dgm:presLayoutVars>
          <dgm:dir/>
          <dgm:resizeHandles val="exact"/>
        </dgm:presLayoutVars>
      </dgm:prSet>
      <dgm:spPr/>
    </dgm:pt>
    <dgm:pt modelId="{3C993A0C-1F71-47A6-8CEC-548EECB8102D}" type="pres">
      <dgm:prSet presAssocID="{5426DF76-5D80-4E63-9A99-EB9D161CE601}" presName="arrow" presStyleLbl="bgShp" presStyleIdx="0" presStyleCnt="1"/>
      <dgm:spPr/>
    </dgm:pt>
    <dgm:pt modelId="{60854749-6319-4C40-9CDA-DDA595A6896F}" type="pres">
      <dgm:prSet presAssocID="{5426DF76-5D80-4E63-9A99-EB9D161CE601}" presName="linearProcess" presStyleCnt="0"/>
      <dgm:spPr/>
    </dgm:pt>
    <dgm:pt modelId="{F7F718C5-3FA4-47DC-B001-29332D34554D}" type="pres">
      <dgm:prSet presAssocID="{4AA0790C-609C-4B4F-BB2C-C8869AEC63B5}" presName="textNode" presStyleLbl="node1" presStyleIdx="0" presStyleCnt="1">
        <dgm:presLayoutVars>
          <dgm:bulletEnabled val="1"/>
        </dgm:presLayoutVars>
      </dgm:prSet>
      <dgm:spPr/>
    </dgm:pt>
  </dgm:ptLst>
  <dgm:cxnLst>
    <dgm:cxn modelId="{34498EB0-DA18-474C-9BD7-0CC0C1CABDD4}" srcId="{5426DF76-5D80-4E63-9A99-EB9D161CE601}" destId="{4AA0790C-609C-4B4F-BB2C-C8869AEC63B5}" srcOrd="0" destOrd="0" parTransId="{298D12DA-A897-46A5-8A28-1A6718FCA3B6}" sibTransId="{175B42EE-A97F-421E-8C7A-E0F3A70F5CD6}"/>
    <dgm:cxn modelId="{CA6724DD-EA25-4267-B7BA-8351E4706FA5}" type="presOf" srcId="{5426DF76-5D80-4E63-9A99-EB9D161CE601}" destId="{F76B48A0-074F-448A-9A38-71F4938E8E7D}" srcOrd="0" destOrd="0" presId="urn:microsoft.com/office/officeart/2005/8/layout/hProcess9"/>
    <dgm:cxn modelId="{7F97BDFE-6A93-4397-B021-62219B3D716D}" type="presOf" srcId="{4AA0790C-609C-4B4F-BB2C-C8869AEC63B5}" destId="{F7F718C5-3FA4-47DC-B001-29332D34554D}" srcOrd="0" destOrd="0" presId="urn:microsoft.com/office/officeart/2005/8/layout/hProcess9"/>
    <dgm:cxn modelId="{F471A8EA-D72C-4795-8767-81201CD63229}" type="presParOf" srcId="{F76B48A0-074F-448A-9A38-71F4938E8E7D}" destId="{3C993A0C-1F71-47A6-8CEC-548EECB8102D}" srcOrd="0" destOrd="0" presId="urn:microsoft.com/office/officeart/2005/8/layout/hProcess9"/>
    <dgm:cxn modelId="{3DF1A266-A708-4CDE-A8ED-49674849366A}" type="presParOf" srcId="{F76B48A0-074F-448A-9A38-71F4938E8E7D}" destId="{60854749-6319-4C40-9CDA-DDA595A6896F}" srcOrd="1" destOrd="0" presId="urn:microsoft.com/office/officeart/2005/8/layout/hProcess9"/>
    <dgm:cxn modelId="{D4E0B04B-790D-4EE0-8923-1BB3871D3FA4}" type="presParOf" srcId="{60854749-6319-4C40-9CDA-DDA595A6896F}" destId="{F7F718C5-3FA4-47DC-B001-29332D34554D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2C1691-7B5B-494B-BE7B-A16DE09CE08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vi-VN"/>
        </a:p>
      </dgm:t>
    </dgm:pt>
    <dgm:pt modelId="{4E0E0E1C-8409-4E9E-B86C-F6A1BCA0EA08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By </a:t>
          </a:r>
          <a:r>
            <a: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Time:</a:t>
          </a:r>
          <a:endParaRPr lang="vi-VN">
            <a:solidFill>
              <a:schemeClr val="bg1"/>
            </a:solidFill>
          </a:endParaRPr>
        </a:p>
      </dgm:t>
    </dgm:pt>
    <dgm:pt modelId="{CE0D4FAA-B1C7-4323-A131-E54F195A4710}" type="parTrans" cxnId="{72C3243C-909D-4706-B576-4759CD3E9CBC}">
      <dgm:prSet/>
      <dgm:spPr/>
      <dgm:t>
        <a:bodyPr/>
        <a:lstStyle/>
        <a:p>
          <a:endParaRPr lang="vi-VN"/>
        </a:p>
      </dgm:t>
    </dgm:pt>
    <dgm:pt modelId="{CA34E5C3-8654-4457-BCDD-C9892E9E2350}" type="sibTrans" cxnId="{72C3243C-909D-4706-B576-4759CD3E9CBC}">
      <dgm:prSet/>
      <dgm:spPr/>
      <dgm:t>
        <a:bodyPr/>
        <a:lstStyle/>
        <a:p>
          <a:endParaRPr lang="vi-VN"/>
        </a:p>
      </dgm:t>
    </dgm:pt>
    <dgm:pt modelId="{033169AD-2460-4815-B00F-93C8DBE8AB6C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1800" b="1" kern="1200">
              <a:solidFill>
                <a:srgbClr val="4E79A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</a:t>
          </a:r>
          <a:r>
            <a:rPr lang="vi-VN" sz="1800" b="1" kern="1200">
              <a:solidFill>
                <a:srgbClr val="4E79A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educe </a:t>
          </a:r>
          <a:r>
            <a:rPr lang="vi-VN" sz="1800" b="1" kern="1200">
              <a:solidFill>
                <a:srgbClr val="E15759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estimated delivery times</a:t>
          </a:r>
          <a:r>
            <a:rPr lang="vi-VN" sz="1800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, </a:t>
          </a:r>
          <a:r>
            <a:rPr lang="vi-VN" sz="1800" b="1" kern="1200">
              <a:solidFill>
                <a:srgbClr val="4E79A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optimize internal processes, </a:t>
          </a:r>
          <a:r>
            <a:rPr lang="vi-VN" sz="1800" b="1" kern="1200">
              <a:solidFill>
                <a:srgbClr val="529D4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improve transportation systems, </a:t>
          </a:r>
          <a:r>
            <a:rPr lang="vi-VN" sz="1800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and </a:t>
          </a:r>
          <a:r>
            <a:rPr lang="vi-VN" sz="1800" b="1" kern="1200">
              <a:solidFill>
                <a:srgbClr val="4E79A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enhance distribution networks. </a:t>
          </a:r>
          <a:r>
            <a:rPr lang="vi-VN" sz="1800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Additionally</a:t>
          </a:r>
          <a:r>
            <a:rPr lang="vi-VN" sz="1800" b="1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, </a:t>
          </a:r>
          <a:r>
            <a:rPr lang="vi-VN" sz="1800" b="1" kern="1200">
              <a:solidFill>
                <a:srgbClr val="4E79A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reduce</a:t>
          </a:r>
          <a:r>
            <a:rPr lang="vi-VN" sz="1800" b="1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</a:t>
          </a:r>
          <a:r>
            <a:rPr lang="vi-VN" sz="1800" b="1" kern="1200">
              <a:solidFill>
                <a:srgbClr val="F28E2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carrier pickup times </a:t>
          </a:r>
          <a:r>
            <a:rPr lang="vi-VN" sz="1800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and </a:t>
          </a:r>
          <a:r>
            <a:rPr lang="vi-VN" sz="1800" b="1" kern="1200">
              <a:solidFill>
                <a:srgbClr val="4E79A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automate warehouse processes</a:t>
          </a:r>
          <a:r>
            <a:rPr lang="vi-VN" sz="1800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to </a:t>
          </a:r>
          <a:r>
            <a:rPr lang="vi-VN" sz="1800" b="1" kern="1200">
              <a:solidFill>
                <a:srgbClr val="4E79A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minimize order processing </a:t>
          </a:r>
          <a:r>
            <a:rPr lang="vi-VN" sz="1800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and </a:t>
          </a:r>
          <a:r>
            <a:rPr lang="vi-VN" sz="1800" b="1" kern="1200">
              <a:solidFill>
                <a:srgbClr val="4E79A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shipment preparation.</a:t>
          </a:r>
        </a:p>
      </dgm:t>
    </dgm:pt>
    <dgm:pt modelId="{9569ADF4-3071-44E1-AD7A-ECDA2AB4368C}" type="parTrans" cxnId="{ED7AB616-E1D7-4409-B62D-1D502154DA80}">
      <dgm:prSet/>
      <dgm:spPr/>
      <dgm:t>
        <a:bodyPr/>
        <a:lstStyle/>
        <a:p>
          <a:endParaRPr lang="vi-VN"/>
        </a:p>
      </dgm:t>
    </dgm:pt>
    <dgm:pt modelId="{832BD774-0327-4C39-ABFE-4D4947A6AE1A}" type="sibTrans" cxnId="{ED7AB616-E1D7-4409-B62D-1D502154DA80}">
      <dgm:prSet/>
      <dgm:spPr/>
      <dgm:t>
        <a:bodyPr/>
        <a:lstStyle/>
        <a:p>
          <a:endParaRPr lang="vi-VN"/>
        </a:p>
      </dgm:t>
    </dgm:pt>
    <dgm:pt modelId="{FDAB7038-4191-4696-9705-3D6ADC8DE6E3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By </a:t>
          </a:r>
          <a:r>
            <a: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Location:</a:t>
          </a:r>
          <a:endParaRPr lang="vi-VN">
            <a:solidFill>
              <a:schemeClr val="bg1"/>
            </a:solidFill>
          </a:endParaRPr>
        </a:p>
      </dgm:t>
    </dgm:pt>
    <dgm:pt modelId="{FBBCC4A5-5D4E-49B7-BAD5-D38FBB1BF4B9}" type="parTrans" cxnId="{960C07AC-E7BC-4123-9D8E-BDE327C5BA7E}">
      <dgm:prSet/>
      <dgm:spPr/>
      <dgm:t>
        <a:bodyPr/>
        <a:lstStyle/>
        <a:p>
          <a:endParaRPr lang="vi-VN"/>
        </a:p>
      </dgm:t>
    </dgm:pt>
    <dgm:pt modelId="{EF72B0D6-50EB-4C8F-8F8D-E75D83EB8B3C}" type="sibTrans" cxnId="{960C07AC-E7BC-4123-9D8E-BDE327C5BA7E}">
      <dgm:prSet/>
      <dgm:spPr/>
      <dgm:t>
        <a:bodyPr/>
        <a:lstStyle/>
        <a:p>
          <a:endParaRPr lang="vi-VN"/>
        </a:p>
      </dgm:t>
    </dgm:pt>
    <dgm:pt modelId="{7C74268A-9F87-49AA-8B00-8C7D69C7710F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1800" b="1" kern="1200">
              <a:solidFill>
                <a:srgbClr val="4E79A7"/>
              </a:solidFill>
              <a:latin typeface="Arial" panose="020B0604020202020204" pitchFamily="34" charset="0"/>
              <a:cs typeface="Arial" panose="020B0604020202020204" pitchFamily="34" charset="0"/>
            </a:rPr>
            <a:t>Offering multiple delivery options </a:t>
          </a:r>
          <a:r>
            <a:rPr lang="en-US" sz="1800" kern="12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like </a:t>
          </a:r>
          <a:r>
            <a:rPr lang="en-US" sz="1800" b="1" kern="1200">
              <a:solidFill>
                <a:srgbClr val="E15759"/>
              </a:solidFill>
              <a:latin typeface="Arial" panose="020B0604020202020204" pitchFamily="34" charset="0"/>
              <a:cs typeface="Arial" panose="020B0604020202020204" pitchFamily="34" charset="0"/>
            </a:rPr>
            <a:t>express </a:t>
          </a:r>
          <a:r>
            <a:rPr lang="en-US" sz="1800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and </a:t>
          </a:r>
          <a:r>
            <a:rPr lang="en-US" sz="1800" b="1" kern="1200">
              <a:solidFill>
                <a:srgbClr val="529D47"/>
              </a:solidFill>
              <a:latin typeface="Arial" panose="020B0604020202020204" pitchFamily="34" charset="0"/>
              <a:cs typeface="Arial" panose="020B0604020202020204" pitchFamily="34" charset="0"/>
            </a:rPr>
            <a:t>same-day,</a:t>
          </a:r>
          <a:r>
            <a:rPr lang="en-US" sz="1800" kern="1200">
              <a:solidFill>
                <a:srgbClr val="529D47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to diverse customer needs. </a:t>
          </a:r>
          <a:r>
            <a:rPr lang="en-US" sz="1800" b="1" kern="1200">
              <a:solidFill>
                <a:srgbClr val="4E79A7"/>
              </a:solidFill>
              <a:latin typeface="Arial" panose="020B0604020202020204" pitchFamily="34" charset="0"/>
              <a:cs typeface="Arial" panose="020B0604020202020204" pitchFamily="34" charset="0"/>
            </a:rPr>
            <a:t>Establishing centralized delivery points </a:t>
          </a:r>
          <a:r>
            <a:rPr lang="en-US" sz="1800" kern="12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in densely populated areas </a:t>
          </a:r>
          <a:r>
            <a:rPr lang="en-US" sz="1800" b="1" kern="1200">
              <a:solidFill>
                <a:srgbClr val="4E79A7"/>
              </a:solidFill>
              <a:latin typeface="Arial" panose="020B0604020202020204" pitchFamily="34" charset="0"/>
              <a:cs typeface="Arial" panose="020B0604020202020204" pitchFamily="34" charset="0"/>
            </a:rPr>
            <a:t>reduces</a:t>
          </a:r>
          <a:r>
            <a:rPr lang="en-US" sz="1800" kern="12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b="1" kern="1200">
              <a:solidFill>
                <a:srgbClr val="4E79A7"/>
              </a:solidFill>
              <a:latin typeface="Arial" panose="020B0604020202020204" pitchFamily="34" charset="0"/>
              <a:cs typeface="Arial" panose="020B0604020202020204" pitchFamily="34" charset="0"/>
            </a:rPr>
            <a:t>delivery times </a:t>
          </a:r>
          <a:r>
            <a:rPr lang="en-US" sz="1800" kern="12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to individual addresses.</a:t>
          </a:r>
          <a:endParaRPr lang="vi-VN" sz="1800" kern="1200">
            <a:solidFill>
              <a:schemeClr val="bg2">
                <a:lumMod val="25000"/>
              </a:schemeClr>
            </a:solidFill>
          </a:endParaRPr>
        </a:p>
      </dgm:t>
    </dgm:pt>
    <dgm:pt modelId="{27498753-9525-4AC5-9B00-69B01FEC8E2B}" type="parTrans" cxnId="{69464C3D-2E43-4321-B336-24A054D5F12E}">
      <dgm:prSet/>
      <dgm:spPr/>
      <dgm:t>
        <a:bodyPr/>
        <a:lstStyle/>
        <a:p>
          <a:endParaRPr lang="vi-VN"/>
        </a:p>
      </dgm:t>
    </dgm:pt>
    <dgm:pt modelId="{0A7B86AC-00B6-4DC2-AB48-D7BE0BFCB385}" type="sibTrans" cxnId="{69464C3D-2E43-4321-B336-24A054D5F12E}">
      <dgm:prSet/>
      <dgm:spPr/>
      <dgm:t>
        <a:bodyPr/>
        <a:lstStyle/>
        <a:p>
          <a:endParaRPr lang="vi-VN"/>
        </a:p>
      </dgm:t>
    </dgm:pt>
    <dgm:pt modelId="{85ED75D0-9F52-4923-9F18-4DF532F513AF}" type="pres">
      <dgm:prSet presAssocID="{5E2C1691-7B5B-494B-BE7B-A16DE09CE08F}" presName="linear" presStyleCnt="0">
        <dgm:presLayoutVars>
          <dgm:animLvl val="lvl"/>
          <dgm:resizeHandles val="exact"/>
        </dgm:presLayoutVars>
      </dgm:prSet>
      <dgm:spPr/>
    </dgm:pt>
    <dgm:pt modelId="{585D5A1F-2B97-401B-97E3-7F6E5A9844C1}" type="pres">
      <dgm:prSet presAssocID="{4E0E0E1C-8409-4E9E-B86C-F6A1BCA0EA0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0598BD7-FB13-4F65-A140-244406B20955}" type="pres">
      <dgm:prSet presAssocID="{4E0E0E1C-8409-4E9E-B86C-F6A1BCA0EA08}" presName="childText" presStyleLbl="revTx" presStyleIdx="0" presStyleCnt="2">
        <dgm:presLayoutVars>
          <dgm:bulletEnabled val="1"/>
        </dgm:presLayoutVars>
      </dgm:prSet>
      <dgm:spPr/>
    </dgm:pt>
    <dgm:pt modelId="{64C35E48-AAAF-4BD2-AFF3-D09995702D29}" type="pres">
      <dgm:prSet presAssocID="{FDAB7038-4191-4696-9705-3D6ADC8DE6E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AD13F3B-BD2E-4184-8FA2-040587C20688}" type="pres">
      <dgm:prSet presAssocID="{FDAB7038-4191-4696-9705-3D6ADC8DE6E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0E74410-A15B-45B3-A4F6-28F181EEE52C}" type="presOf" srcId="{5E2C1691-7B5B-494B-BE7B-A16DE09CE08F}" destId="{85ED75D0-9F52-4923-9F18-4DF532F513AF}" srcOrd="0" destOrd="0" presId="urn:microsoft.com/office/officeart/2005/8/layout/vList2"/>
    <dgm:cxn modelId="{ED7AB616-E1D7-4409-B62D-1D502154DA80}" srcId="{4E0E0E1C-8409-4E9E-B86C-F6A1BCA0EA08}" destId="{033169AD-2460-4815-B00F-93C8DBE8AB6C}" srcOrd="0" destOrd="0" parTransId="{9569ADF4-3071-44E1-AD7A-ECDA2AB4368C}" sibTransId="{832BD774-0327-4C39-ABFE-4D4947A6AE1A}"/>
    <dgm:cxn modelId="{72C3243C-909D-4706-B576-4759CD3E9CBC}" srcId="{5E2C1691-7B5B-494B-BE7B-A16DE09CE08F}" destId="{4E0E0E1C-8409-4E9E-B86C-F6A1BCA0EA08}" srcOrd="0" destOrd="0" parTransId="{CE0D4FAA-B1C7-4323-A131-E54F195A4710}" sibTransId="{CA34E5C3-8654-4457-BCDD-C9892E9E2350}"/>
    <dgm:cxn modelId="{69464C3D-2E43-4321-B336-24A054D5F12E}" srcId="{FDAB7038-4191-4696-9705-3D6ADC8DE6E3}" destId="{7C74268A-9F87-49AA-8B00-8C7D69C7710F}" srcOrd="0" destOrd="0" parTransId="{27498753-9525-4AC5-9B00-69B01FEC8E2B}" sibTransId="{0A7B86AC-00B6-4DC2-AB48-D7BE0BFCB385}"/>
    <dgm:cxn modelId="{8A16BC69-0009-4E0C-B231-DA3379C1271B}" type="presOf" srcId="{033169AD-2460-4815-B00F-93C8DBE8AB6C}" destId="{30598BD7-FB13-4F65-A140-244406B20955}" srcOrd="0" destOrd="0" presId="urn:microsoft.com/office/officeart/2005/8/layout/vList2"/>
    <dgm:cxn modelId="{BAE40556-E33C-406C-94DA-D262D6AF2C88}" type="presOf" srcId="{7C74268A-9F87-49AA-8B00-8C7D69C7710F}" destId="{EAD13F3B-BD2E-4184-8FA2-040587C20688}" srcOrd="0" destOrd="0" presId="urn:microsoft.com/office/officeart/2005/8/layout/vList2"/>
    <dgm:cxn modelId="{14D3B7A2-B6D7-4EAB-B827-BD41CA1D5351}" type="presOf" srcId="{FDAB7038-4191-4696-9705-3D6ADC8DE6E3}" destId="{64C35E48-AAAF-4BD2-AFF3-D09995702D29}" srcOrd="0" destOrd="0" presId="urn:microsoft.com/office/officeart/2005/8/layout/vList2"/>
    <dgm:cxn modelId="{960C07AC-E7BC-4123-9D8E-BDE327C5BA7E}" srcId="{5E2C1691-7B5B-494B-BE7B-A16DE09CE08F}" destId="{FDAB7038-4191-4696-9705-3D6ADC8DE6E3}" srcOrd="1" destOrd="0" parTransId="{FBBCC4A5-5D4E-49B7-BAD5-D38FBB1BF4B9}" sibTransId="{EF72B0D6-50EB-4C8F-8F8D-E75D83EB8B3C}"/>
    <dgm:cxn modelId="{37506FAD-DABA-4190-BCB4-A81679B9B15D}" type="presOf" srcId="{4E0E0E1C-8409-4E9E-B86C-F6A1BCA0EA08}" destId="{585D5A1F-2B97-401B-97E3-7F6E5A9844C1}" srcOrd="0" destOrd="0" presId="urn:microsoft.com/office/officeart/2005/8/layout/vList2"/>
    <dgm:cxn modelId="{6BF48742-4FE5-4DE5-827E-16CCA74AD06C}" type="presParOf" srcId="{85ED75D0-9F52-4923-9F18-4DF532F513AF}" destId="{585D5A1F-2B97-401B-97E3-7F6E5A9844C1}" srcOrd="0" destOrd="0" presId="urn:microsoft.com/office/officeart/2005/8/layout/vList2"/>
    <dgm:cxn modelId="{04F76230-E2C8-425C-8CB3-014A9877F55F}" type="presParOf" srcId="{85ED75D0-9F52-4923-9F18-4DF532F513AF}" destId="{30598BD7-FB13-4F65-A140-244406B20955}" srcOrd="1" destOrd="0" presId="urn:microsoft.com/office/officeart/2005/8/layout/vList2"/>
    <dgm:cxn modelId="{802A6B00-554E-4604-A0B6-2919247FA3F4}" type="presParOf" srcId="{85ED75D0-9F52-4923-9F18-4DF532F513AF}" destId="{64C35E48-AAAF-4BD2-AFF3-D09995702D29}" srcOrd="2" destOrd="0" presId="urn:microsoft.com/office/officeart/2005/8/layout/vList2"/>
    <dgm:cxn modelId="{7B83F6E6-2F40-4F3D-BE7D-78290DAFA3B0}" type="presParOf" srcId="{85ED75D0-9F52-4923-9F18-4DF532F513AF}" destId="{EAD13F3B-BD2E-4184-8FA2-040587C2068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993A0C-1F71-47A6-8CEC-548EECB8102D}">
      <dsp:nvSpPr>
        <dsp:cNvPr id="0" name=""/>
        <dsp:cNvSpPr/>
      </dsp:nvSpPr>
      <dsp:spPr>
        <a:xfrm>
          <a:off x="390602" y="0"/>
          <a:ext cx="4426823" cy="2106881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F718C5-3FA4-47DC-B001-29332D34554D}">
      <dsp:nvSpPr>
        <dsp:cNvPr id="0" name=""/>
        <dsp:cNvSpPr/>
      </dsp:nvSpPr>
      <dsp:spPr>
        <a:xfrm>
          <a:off x="0" y="632064"/>
          <a:ext cx="5208028" cy="842752"/>
        </a:xfrm>
        <a:prstGeom prst="round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rial" panose="020B0604020202020204" pitchFamily="34" charset="0"/>
              <a:cs typeface="Arial" panose="020B0604020202020204" pitchFamily="34" charset="0"/>
            </a:rPr>
            <a:t>These points provide concise solutions for enhancing delivery efficiency through analyses of time and location.</a:t>
          </a:r>
          <a:endParaRPr lang="vi-VN" sz="18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140" y="673204"/>
        <a:ext cx="5125748" cy="7604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5D5A1F-2B97-401B-97E3-7F6E5A9844C1}">
      <dsp:nvSpPr>
        <dsp:cNvPr id="0" name=""/>
        <dsp:cNvSpPr/>
      </dsp:nvSpPr>
      <dsp:spPr>
        <a:xfrm>
          <a:off x="0" y="17729"/>
          <a:ext cx="6215061" cy="599625"/>
        </a:xfrm>
        <a:prstGeom prst="round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By </a:t>
          </a:r>
          <a:r>
            <a:rPr lang="en-US" sz="2500" b="1" kern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Time:</a:t>
          </a:r>
          <a:endParaRPr lang="vi-VN" sz="2500" kern="1200">
            <a:solidFill>
              <a:schemeClr val="bg1"/>
            </a:solidFill>
          </a:endParaRPr>
        </a:p>
      </dsp:txBody>
      <dsp:txXfrm>
        <a:off x="29271" y="47000"/>
        <a:ext cx="6156519" cy="541083"/>
      </dsp:txXfrm>
    </dsp:sp>
    <dsp:sp modelId="{30598BD7-FB13-4F65-A140-244406B20955}">
      <dsp:nvSpPr>
        <dsp:cNvPr id="0" name=""/>
        <dsp:cNvSpPr/>
      </dsp:nvSpPr>
      <dsp:spPr>
        <a:xfrm>
          <a:off x="0" y="617354"/>
          <a:ext cx="6215061" cy="1474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28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1800" b="1" kern="1200">
              <a:solidFill>
                <a:srgbClr val="4E79A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</a:t>
          </a:r>
          <a:r>
            <a:rPr lang="vi-VN" sz="1800" b="1" kern="1200">
              <a:solidFill>
                <a:srgbClr val="4E79A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educe </a:t>
          </a:r>
          <a:r>
            <a:rPr lang="vi-VN" sz="1800" b="1" kern="1200">
              <a:solidFill>
                <a:srgbClr val="E15759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estimated delivery times</a:t>
          </a:r>
          <a:r>
            <a:rPr lang="vi-VN" sz="1800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, </a:t>
          </a:r>
          <a:r>
            <a:rPr lang="vi-VN" sz="1800" b="1" kern="1200">
              <a:solidFill>
                <a:srgbClr val="4E79A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optimize internal processes, </a:t>
          </a:r>
          <a:r>
            <a:rPr lang="vi-VN" sz="1800" b="1" kern="1200">
              <a:solidFill>
                <a:srgbClr val="529D4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improve transportation systems, </a:t>
          </a:r>
          <a:r>
            <a:rPr lang="vi-VN" sz="1800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and </a:t>
          </a:r>
          <a:r>
            <a:rPr lang="vi-VN" sz="1800" b="1" kern="1200">
              <a:solidFill>
                <a:srgbClr val="4E79A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enhance distribution networks. </a:t>
          </a:r>
          <a:r>
            <a:rPr lang="vi-VN" sz="1800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Additionally</a:t>
          </a:r>
          <a:r>
            <a:rPr lang="vi-VN" sz="1800" b="1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, </a:t>
          </a:r>
          <a:r>
            <a:rPr lang="vi-VN" sz="1800" b="1" kern="1200">
              <a:solidFill>
                <a:srgbClr val="4E79A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reduce</a:t>
          </a:r>
          <a:r>
            <a:rPr lang="vi-VN" sz="1800" b="1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</a:t>
          </a:r>
          <a:r>
            <a:rPr lang="vi-VN" sz="1800" b="1" kern="1200">
              <a:solidFill>
                <a:srgbClr val="F28E2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carrier pickup times </a:t>
          </a:r>
          <a:r>
            <a:rPr lang="vi-VN" sz="1800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and </a:t>
          </a:r>
          <a:r>
            <a:rPr lang="vi-VN" sz="1800" b="1" kern="1200">
              <a:solidFill>
                <a:srgbClr val="4E79A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automate warehouse processes</a:t>
          </a:r>
          <a:r>
            <a:rPr lang="vi-VN" sz="1800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to </a:t>
          </a:r>
          <a:r>
            <a:rPr lang="vi-VN" sz="1800" b="1" kern="1200">
              <a:solidFill>
                <a:srgbClr val="4E79A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minimize order processing </a:t>
          </a:r>
          <a:r>
            <a:rPr lang="vi-VN" sz="1800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and </a:t>
          </a:r>
          <a:r>
            <a:rPr lang="vi-VN" sz="1800" b="1" kern="1200">
              <a:solidFill>
                <a:srgbClr val="4E79A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shipment preparation.</a:t>
          </a:r>
        </a:p>
      </dsp:txBody>
      <dsp:txXfrm>
        <a:off x="0" y="617354"/>
        <a:ext cx="6215061" cy="1474875"/>
      </dsp:txXfrm>
    </dsp:sp>
    <dsp:sp modelId="{64C35E48-AAAF-4BD2-AFF3-D09995702D29}">
      <dsp:nvSpPr>
        <dsp:cNvPr id="0" name=""/>
        <dsp:cNvSpPr/>
      </dsp:nvSpPr>
      <dsp:spPr>
        <a:xfrm>
          <a:off x="0" y="2092229"/>
          <a:ext cx="6215061" cy="599625"/>
        </a:xfrm>
        <a:prstGeom prst="round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By </a:t>
          </a:r>
          <a:r>
            <a:rPr lang="en-US" sz="2500" b="1" kern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Location:</a:t>
          </a:r>
          <a:endParaRPr lang="vi-VN" sz="2500" kern="1200">
            <a:solidFill>
              <a:schemeClr val="bg1"/>
            </a:solidFill>
          </a:endParaRPr>
        </a:p>
      </dsp:txBody>
      <dsp:txXfrm>
        <a:off x="29271" y="2121500"/>
        <a:ext cx="6156519" cy="541083"/>
      </dsp:txXfrm>
    </dsp:sp>
    <dsp:sp modelId="{EAD13F3B-BD2E-4184-8FA2-040587C20688}">
      <dsp:nvSpPr>
        <dsp:cNvPr id="0" name=""/>
        <dsp:cNvSpPr/>
      </dsp:nvSpPr>
      <dsp:spPr>
        <a:xfrm>
          <a:off x="0" y="2691854"/>
          <a:ext cx="6215061" cy="1009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28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1800" b="1" kern="1200">
              <a:solidFill>
                <a:srgbClr val="4E79A7"/>
              </a:solidFill>
              <a:latin typeface="Arial" panose="020B0604020202020204" pitchFamily="34" charset="0"/>
              <a:cs typeface="Arial" panose="020B0604020202020204" pitchFamily="34" charset="0"/>
            </a:rPr>
            <a:t>Offering multiple delivery options </a:t>
          </a:r>
          <a:r>
            <a:rPr lang="en-US" sz="1800" kern="12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like </a:t>
          </a:r>
          <a:r>
            <a:rPr lang="en-US" sz="1800" b="1" kern="1200">
              <a:solidFill>
                <a:srgbClr val="E15759"/>
              </a:solidFill>
              <a:latin typeface="Arial" panose="020B0604020202020204" pitchFamily="34" charset="0"/>
              <a:cs typeface="Arial" panose="020B0604020202020204" pitchFamily="34" charset="0"/>
            </a:rPr>
            <a:t>express </a:t>
          </a:r>
          <a:r>
            <a:rPr lang="en-US" sz="1800" kern="120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and </a:t>
          </a:r>
          <a:r>
            <a:rPr lang="en-US" sz="1800" b="1" kern="1200">
              <a:solidFill>
                <a:srgbClr val="529D47"/>
              </a:solidFill>
              <a:latin typeface="Arial" panose="020B0604020202020204" pitchFamily="34" charset="0"/>
              <a:cs typeface="Arial" panose="020B0604020202020204" pitchFamily="34" charset="0"/>
            </a:rPr>
            <a:t>same-day,</a:t>
          </a:r>
          <a:r>
            <a:rPr lang="en-US" sz="1800" kern="1200">
              <a:solidFill>
                <a:srgbClr val="529D47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to diverse customer needs. </a:t>
          </a:r>
          <a:r>
            <a:rPr lang="en-US" sz="1800" b="1" kern="1200">
              <a:solidFill>
                <a:srgbClr val="4E79A7"/>
              </a:solidFill>
              <a:latin typeface="Arial" panose="020B0604020202020204" pitchFamily="34" charset="0"/>
              <a:cs typeface="Arial" panose="020B0604020202020204" pitchFamily="34" charset="0"/>
            </a:rPr>
            <a:t>Establishing centralized delivery points </a:t>
          </a:r>
          <a:r>
            <a:rPr lang="en-US" sz="1800" kern="12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in densely populated areas </a:t>
          </a:r>
          <a:r>
            <a:rPr lang="en-US" sz="1800" b="1" kern="1200">
              <a:solidFill>
                <a:srgbClr val="4E79A7"/>
              </a:solidFill>
              <a:latin typeface="Arial" panose="020B0604020202020204" pitchFamily="34" charset="0"/>
              <a:cs typeface="Arial" panose="020B0604020202020204" pitchFamily="34" charset="0"/>
            </a:rPr>
            <a:t>reduces</a:t>
          </a:r>
          <a:r>
            <a:rPr lang="en-US" sz="1800" kern="12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b="1" kern="1200">
              <a:solidFill>
                <a:srgbClr val="4E79A7"/>
              </a:solidFill>
              <a:latin typeface="Arial" panose="020B0604020202020204" pitchFamily="34" charset="0"/>
              <a:cs typeface="Arial" panose="020B0604020202020204" pitchFamily="34" charset="0"/>
            </a:rPr>
            <a:t>delivery times </a:t>
          </a:r>
          <a:r>
            <a:rPr lang="en-US" sz="1800" kern="12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to individual addresses.</a:t>
          </a:r>
          <a:endParaRPr lang="vi-VN" sz="1800" kern="1200">
            <a:solidFill>
              <a:schemeClr val="bg2">
                <a:lumMod val="25000"/>
              </a:schemeClr>
            </a:solidFill>
          </a:endParaRPr>
        </a:p>
      </dsp:txBody>
      <dsp:txXfrm>
        <a:off x="0" y="2691854"/>
        <a:ext cx="6215061" cy="10091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>
            <a:extLst>
              <a:ext uri="{FF2B5EF4-FFF2-40B4-BE49-F238E27FC236}">
                <a16:creationId xmlns:a16="http://schemas.microsoft.com/office/drawing/2014/main" id="{3B129C17-9205-4554-BF5C-070656C216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pPr rtl="0"/>
            <a:endParaRPr lang="vi-VN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0B41E939-D5BE-4B7F-BCD2-05DCC4E5E8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pPr rtl="0"/>
            <a:fld id="{E6EE51BE-DD57-4683-B804-35913744A5AB}" type="datetime1">
              <a:rPr lang="vi-VN" smtClean="0"/>
              <a:t>24/06/2024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61800B1-1D76-46D4-ADAF-FD5EA7AFBE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pPr rtl="0"/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CBFA674-DC58-422B-8963-09FD1B05ED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pPr rtl="0"/>
            <a:fld id="{3A42FE58-2C2A-433E-A3EF-B39ACF9731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635657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pPr rtl="0"/>
            <a:endParaRPr lang="vi-VN" noProof="0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pPr rtl="0"/>
            <a:fld id="{E010DD57-87CB-412E-B265-58D761A08625}" type="datetime1">
              <a:rPr lang="vi-VN" noProof="0" smtClean="0"/>
              <a:t>24/06/2024</a:t>
            </a:fld>
            <a:endParaRPr lang="vi-VN" noProof="0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rtl="0"/>
            <a:endParaRPr lang="vi-VN" noProof="0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pPr rtl="0"/>
            <a:endParaRPr lang="vi-VN" noProof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pPr rtl="0"/>
            <a:fld id="{F97DC217-DF71-1A49-B3EA-559F1F43B0FF}" type="slidenum">
              <a:rPr lang="vi-VN" noProof="0" smtClean="0"/>
              <a:t>‹#›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/>
              <a:t>Chỉnh lại cỡ chữ của Olist</a:t>
            </a:r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7DC217-DF71-1A49-B3EA-559F1F43B0FF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7724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40462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41915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59230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Chỉnh lại số trong pie-chart cho dễ nhìn hơn</a:t>
            </a:r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80490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Chỉnh lại text trên các trục lớn hơn, highlight khoảng time</a:t>
            </a:r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7581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16867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18450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Mảnh đường line hay highlight (chú ý độ đậm nhạt)…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vi-VN" noProof="0" smtClean="0"/>
              <a:t>10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235164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Thêm tiêu đề chart</a:t>
            </a:r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9210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Highlight thêm</a:t>
            </a:r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45967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723968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vi-VN" noProof="0" smtClean="0"/>
              <a:t>19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1245050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vi-VN" noProof="0" smtClean="0"/>
              <a:t>20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42730764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vi-VN" smtClean="0"/>
              <a:t>21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974946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vi-VN" smtClean="0"/>
              <a:t>22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189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rang chiếu 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1122363"/>
            <a:ext cx="7096933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02038"/>
            <a:ext cx="9500507" cy="806675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vi-VN" noProof="0"/>
              <a:t>Bấm để chỉnh sửa kiểu phụ đề của Bản cái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Hình bầu dục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Hình tự do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rgbClr val="4E79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Hình tự do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rgbClr val="4E79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Nhóm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Hình tự do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rgbClr val="4E79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vi-VN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Hình tự do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vi-VN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Hình tự do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Hình tự do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solidFill>
            <a:srgbClr val="4E79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ề và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17467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4" name="Hình tự do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rgbClr val="4E79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Hình tự do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rgbClr val="4E79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Hình tự do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Nhóm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Hình tự do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rgbClr val="4E79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vi-VN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Hình tự do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vi-VN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Chỗ dành sẵn cho Ngày tháng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0FB436-0D64-45B1-8B78-1125530D97B1}" type="datetime1">
              <a:rPr lang="vi-VN" noProof="0" smtClean="0">
                <a:latin typeface="Arial" panose="020B0604020202020204" pitchFamily="34" charset="0"/>
              </a:rPr>
              <a:t>24/06/2024</a:t>
            </a:fld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11" name="Chỗ dành sẵn cho Chân trang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noProof="0"/>
              <a:t>TIÊU ĐỀ BẢN TRÌNH BÀY</a:t>
            </a:r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12" name="Chỗ dành sẵn cho Số hiệu Bản chiếu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vi-VN" noProof="0" smtClean="0"/>
              <a:pPr/>
              <a:t>‹#›</a:t>
            </a:fld>
            <a:endParaRPr lang="vi-VN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Đầu trang của phầ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ình tự do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Hình tự do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Hình tự do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êu đề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67492" y="2653167"/>
            <a:ext cx="9779183" cy="3436483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vi-VN" noProof="0"/>
              <a:t>Bấm để chỉnh sửa kiểu văn bản Bản cái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19C4C3-3920-4C25-8410-DAD5C5F892FF}" type="datetime1">
              <a:rPr lang="vi-VN" noProof="0" smtClean="0">
                <a:latin typeface="Arial" panose="020B0604020202020204" pitchFamily="34" charset="0"/>
              </a:rPr>
              <a:t>24/06/2024</a:t>
            </a:fld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noProof="0"/>
              <a:t>TIÊU ĐỀ BẢN TRÌNH BÀY</a:t>
            </a:r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vi-VN" noProof="0" smtClean="0"/>
              <a:pPr/>
              <a:t>‹#›</a:t>
            </a:fld>
            <a:endParaRPr lang="vi-VN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ề m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ình tự do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rgbClr val="4E79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059400"/>
            <a:ext cx="6245912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539075"/>
            <a:ext cx="6245912" cy="1406101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vi-VN" noProof="0"/>
              <a:t>Bấm để chỉnh sửa kiểu phụ đề của Bản cái</a:t>
            </a:r>
          </a:p>
        </p:txBody>
      </p:sp>
      <p:grpSp>
        <p:nvGrpSpPr>
          <p:cNvPr id="6" name="Nhóm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Hình tự do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rgbClr val="4E79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vi-VN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Hình tự do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vi-VN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Hình tự do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Hình tự do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Đồ th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4" name="Hình tự do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Hình tự do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hỗ dành sẵn cho Ngày tháng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600F35-6ED3-4E6E-BE97-B49401D65D6F}" type="datetime1">
              <a:rPr lang="vi-VN" noProof="0" smtClean="0">
                <a:latin typeface="Arial" panose="020B0604020202020204" pitchFamily="34" charset="0"/>
              </a:rPr>
              <a:t>24/06/2024</a:t>
            </a:fld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11" name="Chỗ dành sẵn cho Chân trang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noProof="0"/>
              <a:t>TIÊU ĐỀ BẢN TRÌNH BÀY</a:t>
            </a:r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12" name="Chỗ dành sẵn cho Số hiệu Bản chiếu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vi-VN" noProof="0" smtClean="0"/>
              <a:pPr/>
              <a:t>‹#›</a:t>
            </a:fld>
            <a:endParaRPr lang="vi-VN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iểu đồ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Nhóm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Hình tự do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rgbClr val="4E79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vi-VN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Hình tự do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vi-VN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êu đề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7563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10" name="Chỗ dành sẵn cho Ngày tháng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54AC4-7298-49D2-9939-F844CC18573B}" type="datetime1">
              <a:rPr lang="vi-VN" noProof="0" smtClean="0">
                <a:latin typeface="Arial" panose="020B0604020202020204" pitchFamily="34" charset="0"/>
              </a:rPr>
              <a:t>24/06/2024</a:t>
            </a:fld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11" name="Chỗ dành sẵn cho Chân trang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noProof="0"/>
              <a:t>TIÊU ĐỀ BẢN TRÌNH BÀY</a:t>
            </a:r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12" name="Chỗ dành sẵn cho Số hiệu Bản chiếu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vi-VN" noProof="0" smtClean="0"/>
              <a:pPr/>
              <a:t>‹#›</a:t>
            </a:fld>
            <a:endParaRPr lang="vi-VN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ích dẫn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8721" y="1684338"/>
            <a:ext cx="8594558" cy="2810460"/>
          </a:xfrm>
        </p:spPr>
        <p:txBody>
          <a:bodyPr rtlCol="0"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8" name="Chỗ dành sẵn cho Văn bản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vi-VN" noProof="0"/>
              <a:t>“</a:t>
            </a:r>
          </a:p>
        </p:txBody>
      </p:sp>
      <p:sp>
        <p:nvSpPr>
          <p:cNvPr id="10" name="Chỗ dành sẵn cho Văn bản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81813" y="4494213"/>
            <a:ext cx="3511550" cy="679450"/>
          </a:xfrm>
        </p:spPr>
        <p:txBody>
          <a:bodyPr rtlCol="0"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vi-VN" noProof="0"/>
              <a:t>Bấm để chỉnh sửa kiểu văn bản Bản cái</a:t>
            </a:r>
          </a:p>
        </p:txBody>
      </p:sp>
      <p:sp>
        <p:nvSpPr>
          <p:cNvPr id="9" name="Chỗ dành sẵn cho Văn bản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18629" y="3399692"/>
            <a:ext cx="1364297" cy="1094521"/>
          </a:xfrm>
          <a:solidFill>
            <a:schemeClr val="accent1">
              <a:lumMod val="50000"/>
            </a:schemeClr>
          </a:solidFill>
          <a:ln>
            <a:noFill/>
          </a:ln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vi-VN" noProof="0"/>
              <a:t>”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836158E-8A9D-4AA0-AE9E-6CF16BED872F}" type="datetime1">
              <a:rPr lang="vi-VN" noProof="0" smtClean="0">
                <a:latin typeface="Arial" panose="020B0604020202020204" pitchFamily="34" charset="0"/>
              </a:rPr>
              <a:t>24/06/2024</a:t>
            </a:fld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noProof="0"/>
              <a:t>TIÊU ĐỀ BẢN TRÌNH BÀY</a:t>
            </a:r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vi-VN" noProof="0" smtClean="0"/>
              <a:pPr/>
              <a:t>‹#›</a:t>
            </a:fld>
            <a:endParaRPr lang="vi-VN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hó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iêu đề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430" y="381000"/>
            <a:ext cx="8401624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6" name="Chỗ dành sẵn cho Hình ảnh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vi-VN" noProof="0"/>
          </a:p>
        </p:txBody>
      </p:sp>
      <p:sp>
        <p:nvSpPr>
          <p:cNvPr id="10" name="Chỗ dành sẵn cho Văn bản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Tên</a:t>
            </a:r>
          </a:p>
        </p:txBody>
      </p:sp>
      <p:sp>
        <p:nvSpPr>
          <p:cNvPr id="11" name="Chỗ dành sẵn cho Văn bản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Tiêu đề</a:t>
            </a:r>
          </a:p>
        </p:txBody>
      </p:sp>
      <p:sp>
        <p:nvSpPr>
          <p:cNvPr id="7" name="Chỗ dành sẵn cho Hình ảnh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vi-VN" noProof="0"/>
          </a:p>
        </p:txBody>
      </p:sp>
      <p:sp>
        <p:nvSpPr>
          <p:cNvPr id="12" name="Chỗ dành sẵn cho Văn bản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Tên</a:t>
            </a:r>
          </a:p>
        </p:txBody>
      </p:sp>
      <p:sp>
        <p:nvSpPr>
          <p:cNvPr id="13" name="Chỗ dành sẵn cho Văn bản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Tiêu đề</a:t>
            </a:r>
          </a:p>
        </p:txBody>
      </p:sp>
      <p:sp>
        <p:nvSpPr>
          <p:cNvPr id="8" name="Chỗ dành sẵn cho Hình ảnh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vi-VN" noProof="0"/>
          </a:p>
        </p:txBody>
      </p:sp>
      <p:sp>
        <p:nvSpPr>
          <p:cNvPr id="14" name="Chỗ dành sẵn cho Văn bản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Tên</a:t>
            </a:r>
          </a:p>
        </p:txBody>
      </p:sp>
      <p:sp>
        <p:nvSpPr>
          <p:cNvPr id="15" name="Chỗ dành sẵn cho Văn bản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Tiêu đề</a:t>
            </a:r>
          </a:p>
        </p:txBody>
      </p:sp>
      <p:sp>
        <p:nvSpPr>
          <p:cNvPr id="9" name="Chỗ dành sẵn cho Hình ảnh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vi-VN" noProof="0"/>
          </a:p>
        </p:txBody>
      </p:sp>
      <p:sp>
        <p:nvSpPr>
          <p:cNvPr id="16" name="Chỗ dành sẵn cho Văn bản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Tên</a:t>
            </a:r>
          </a:p>
        </p:txBody>
      </p:sp>
      <p:sp>
        <p:nvSpPr>
          <p:cNvPr id="17" name="Chỗ dành sẵn cho Văn bản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Tiêu đề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23A733-9512-4BAC-9FCD-E6405610E1FB}" type="datetime1">
              <a:rPr lang="vi-VN" noProof="0" smtClean="0">
                <a:latin typeface="Arial" panose="020B0604020202020204" pitchFamily="34" charset="0"/>
              </a:rPr>
              <a:t>24/06/2024</a:t>
            </a:fld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noProof="0"/>
              <a:t>TIÊU ĐỀ BẢN TRÌNH BÀY</a:t>
            </a:r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vi-VN" noProof="0" smtClean="0"/>
              <a:pPr/>
              <a:t>‹#›</a:t>
            </a:fld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19" name="Hình tự do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Hình tự do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Hình tự do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Hình bầu dục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Hình tự do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Hình tự do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Hình tự do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ả nhó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êu đề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430" y="381000"/>
            <a:ext cx="10678142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6" name="Chỗ dành sẵn cho Hình ảnh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vi-VN" noProof="0"/>
          </a:p>
        </p:txBody>
      </p:sp>
      <p:sp>
        <p:nvSpPr>
          <p:cNvPr id="31" name="Chỗ dành sẵn cho Văn bản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Tên</a:t>
            </a:r>
          </a:p>
        </p:txBody>
      </p:sp>
      <p:sp>
        <p:nvSpPr>
          <p:cNvPr id="32" name="Chỗ dành sẵn cho Văn bản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Tiêu đề</a:t>
            </a:r>
          </a:p>
        </p:txBody>
      </p:sp>
      <p:sp>
        <p:nvSpPr>
          <p:cNvPr id="33" name="Chỗ dành sẵn cho Hình ảnh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vi-VN" noProof="0"/>
          </a:p>
        </p:txBody>
      </p:sp>
      <p:sp>
        <p:nvSpPr>
          <p:cNvPr id="34" name="Chỗ dành sẵn cho Văn bản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Tên</a:t>
            </a:r>
          </a:p>
        </p:txBody>
      </p:sp>
      <p:sp>
        <p:nvSpPr>
          <p:cNvPr id="35" name="Chỗ dành sẵn cho Văn bản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Tiêu đề</a:t>
            </a:r>
          </a:p>
        </p:txBody>
      </p:sp>
      <p:sp>
        <p:nvSpPr>
          <p:cNvPr id="36" name="Chỗ dành sẵn cho Hình ảnh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vi-VN" noProof="0"/>
          </a:p>
        </p:txBody>
      </p:sp>
      <p:sp>
        <p:nvSpPr>
          <p:cNvPr id="37" name="Chỗ dành sẵn cho Văn bản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Tên</a:t>
            </a:r>
          </a:p>
        </p:txBody>
      </p:sp>
      <p:sp>
        <p:nvSpPr>
          <p:cNvPr id="38" name="Chỗ dành sẵn cho Văn bản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Tiêu đề</a:t>
            </a:r>
          </a:p>
        </p:txBody>
      </p:sp>
      <p:sp>
        <p:nvSpPr>
          <p:cNvPr id="39" name="Chỗ dành sẵn cho Hình ảnh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vi-VN" noProof="0"/>
          </a:p>
        </p:txBody>
      </p:sp>
      <p:sp>
        <p:nvSpPr>
          <p:cNvPr id="40" name="Chỗ dành sẵn cho Văn bản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Tên</a:t>
            </a:r>
          </a:p>
        </p:txBody>
      </p:sp>
      <p:sp>
        <p:nvSpPr>
          <p:cNvPr id="41" name="Chỗ dành sẵn cho Văn bản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Tiêu đề</a:t>
            </a:r>
          </a:p>
        </p:txBody>
      </p:sp>
      <p:sp>
        <p:nvSpPr>
          <p:cNvPr id="42" name="Chỗ dành sẵn cho Hình ảnh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vi-VN" noProof="0"/>
          </a:p>
        </p:txBody>
      </p:sp>
      <p:sp>
        <p:nvSpPr>
          <p:cNvPr id="43" name="Chỗ dành sẵn cho Văn bản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Tên</a:t>
            </a:r>
          </a:p>
        </p:txBody>
      </p:sp>
      <p:sp>
        <p:nvSpPr>
          <p:cNvPr id="44" name="Chỗ dành sẵn cho Văn bản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Tiêu đề</a:t>
            </a:r>
          </a:p>
        </p:txBody>
      </p:sp>
      <p:sp>
        <p:nvSpPr>
          <p:cNvPr id="45" name="Chỗ dành sẵn cho Hình ảnh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vi-VN" noProof="0"/>
          </a:p>
        </p:txBody>
      </p:sp>
      <p:sp>
        <p:nvSpPr>
          <p:cNvPr id="46" name="Chỗ dành sẵn cho Văn bản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Tên</a:t>
            </a:r>
          </a:p>
        </p:txBody>
      </p:sp>
      <p:sp>
        <p:nvSpPr>
          <p:cNvPr id="47" name="Chỗ dành sẵn cho Văn bản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Tiêu đề</a:t>
            </a:r>
          </a:p>
        </p:txBody>
      </p:sp>
      <p:sp>
        <p:nvSpPr>
          <p:cNvPr id="48" name="Chỗ dành sẵn cho Hình ảnh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vi-VN" noProof="0"/>
          </a:p>
        </p:txBody>
      </p:sp>
      <p:sp>
        <p:nvSpPr>
          <p:cNvPr id="49" name="Chỗ dành sẵn cho Văn bản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Tên</a:t>
            </a:r>
          </a:p>
        </p:txBody>
      </p:sp>
      <p:sp>
        <p:nvSpPr>
          <p:cNvPr id="50" name="Chỗ dành sẵn cho Văn bản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Tiêu đề</a:t>
            </a:r>
          </a:p>
        </p:txBody>
      </p:sp>
      <p:sp>
        <p:nvSpPr>
          <p:cNvPr id="51" name="Chỗ dành sẵn cho Hình ảnh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vi-VN" noProof="0"/>
          </a:p>
        </p:txBody>
      </p:sp>
      <p:sp>
        <p:nvSpPr>
          <p:cNvPr id="52" name="Chỗ dành sẵn cho Văn bản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Tên</a:t>
            </a:r>
          </a:p>
        </p:txBody>
      </p:sp>
      <p:sp>
        <p:nvSpPr>
          <p:cNvPr id="53" name="Chỗ dành sẵn cho Văn bản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vi-VN" noProof="0"/>
              <a:t>Tiêu đề</a:t>
            </a:r>
          </a:p>
        </p:txBody>
      </p:sp>
      <p:sp>
        <p:nvSpPr>
          <p:cNvPr id="18" name="Chỗ dành sẵn cho Ngày tháng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3319A85-B583-4ACA-9F55-B4123D118291}" type="datetime1">
              <a:rPr lang="vi-VN" noProof="0" smtClean="0">
                <a:latin typeface="Arial" panose="020B0604020202020204" pitchFamily="34" charset="0"/>
              </a:rPr>
              <a:t>24/06/2024</a:t>
            </a:fld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22" name="Chỗ dành sẵn cho Chân trang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noProof="0"/>
              <a:t>TIÊU ĐỀ BẢN TRÌNH BÀY</a:t>
            </a:r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23" name="Chỗ dành sẵn cho Số hiệu Bản chiếu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vi-VN" noProof="0" smtClean="0"/>
              <a:pPr/>
              <a:t>‹#›</a:t>
            </a:fld>
            <a:endParaRPr lang="vi-VN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Đường thời gian">
    <p:bg>
      <p:bgPr>
        <a:solidFill>
          <a:srgbClr val="4E79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tự do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Hình tự do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10" name="Chỗ dành sẵn cho Ngày tháng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F23430-F79D-4DFD-8DA8-8E2EF95ABE3D}" type="datetime1">
              <a:rPr lang="vi-VN" noProof="0" smtClean="0">
                <a:latin typeface="Arial" panose="020B0604020202020204" pitchFamily="34" charset="0"/>
              </a:rPr>
              <a:t>24/06/2024</a:t>
            </a:fld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11" name="Chỗ dành sẵn cho Chân trang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noProof="0"/>
              <a:t>TIÊU ĐỀ BẢN TRÌNH BÀY</a:t>
            </a:r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12" name="Chỗ dành sẵn cho Số hiệu Bản chiếu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vi-VN" noProof="0" smtClean="0"/>
              <a:pPr/>
              <a:t>‹#›</a:t>
            </a:fld>
            <a:endParaRPr lang="vi-VN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êu đề và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vi"/>
              <a:t>Bấm để chỉnh sửa kiểu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vi"/>
              <a:t>Bấm để chỉnh sửa kiểu văn bản Bản cái</a:t>
            </a:r>
          </a:p>
          <a:p>
            <a:pPr lvl="1" rtl="0"/>
            <a:r>
              <a:rPr lang="vi"/>
              <a:t>Mức hai</a:t>
            </a:r>
          </a:p>
          <a:p>
            <a:pPr lvl="2" rtl="0"/>
            <a:r>
              <a:rPr lang="vi"/>
              <a:t>Mức ba</a:t>
            </a:r>
          </a:p>
          <a:p>
            <a:pPr lvl="3" rtl="0"/>
            <a:r>
              <a:rPr lang="vi"/>
              <a:t>Mức bốn</a:t>
            </a:r>
          </a:p>
          <a:p>
            <a:pPr lvl="4" rtl="0"/>
            <a:r>
              <a:rPr lang="vi"/>
              <a:t>Mức năm</a:t>
            </a:r>
          </a:p>
        </p:txBody>
      </p:sp>
      <p:sp>
        <p:nvSpPr>
          <p:cNvPr id="4" name="Hình tự do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rgbClr val="4E79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Hình tự do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rgbClr val="4E79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Hình tự do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Nhóm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Hình tự do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rgbClr val="4E79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Hình tự do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Chỗ dành sẵn cho Ngày tháng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943169-B515-4809-B7CD-E4A212C00C51}" type="datetime1">
              <a:rPr lang="vi-VN" smtClean="0">
                <a:latin typeface="Arial" panose="020B0604020202020204" pitchFamily="34" charset="0"/>
              </a:rPr>
              <a:t>24/06/2024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1" name="Chỗ dành sẵn cho Chân trang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"/>
              <a:t>TIÊU ĐỀ BẢN TRÌNH BÀY</a:t>
            </a:r>
            <a:endParaRPr lang="vi">
              <a:latin typeface="Arial" panose="020B0604020202020204" pitchFamily="34" charset="0"/>
            </a:endParaRPr>
          </a:p>
        </p:txBody>
      </p:sp>
      <p:sp>
        <p:nvSpPr>
          <p:cNvPr id="12" name="Chỗ dành sẵn cho Số hiệu Bản chiếu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Chỗ dành sẵn cho Nội dung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vi"/>
              <a:t>Bấm để chỉnh sửa kiểu văn bản Bản cái</a:t>
            </a:r>
          </a:p>
          <a:p>
            <a:pPr lvl="1" rtl="0"/>
            <a:r>
              <a:rPr lang="vi"/>
              <a:t>Mức hai</a:t>
            </a:r>
          </a:p>
          <a:p>
            <a:pPr lvl="2" rtl="0"/>
            <a:r>
              <a:rPr lang="vi"/>
              <a:t>Mức ba</a:t>
            </a:r>
          </a:p>
          <a:p>
            <a:pPr lvl="3" rtl="0"/>
            <a:r>
              <a:rPr lang="vi"/>
              <a:t>Mức bốn</a:t>
            </a:r>
          </a:p>
          <a:p>
            <a:pPr lvl="4" rtl="0"/>
            <a:r>
              <a:rPr lang="vi"/>
              <a:t>Mức năm</a:t>
            </a:r>
          </a:p>
        </p:txBody>
      </p:sp>
      <p:sp>
        <p:nvSpPr>
          <p:cNvPr id="14" name="Chỗ dành sẵn cho Nội dung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67493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vi"/>
              <a:t>Bấm để chỉnh sửa kiểu văn bản Bản cái</a:t>
            </a:r>
          </a:p>
          <a:p>
            <a:pPr lvl="1" rtl="0"/>
            <a:r>
              <a:rPr lang="vi"/>
              <a:t>Mức hai</a:t>
            </a:r>
          </a:p>
          <a:p>
            <a:pPr lvl="2" rtl="0"/>
            <a:r>
              <a:rPr lang="vi"/>
              <a:t>Mức ba</a:t>
            </a:r>
          </a:p>
          <a:p>
            <a:pPr lvl="3" rtl="0"/>
            <a:r>
              <a:rPr lang="vi"/>
              <a:t>Mức bốn</a:t>
            </a:r>
          </a:p>
          <a:p>
            <a:pPr lvl="4" rtl="0"/>
            <a:r>
              <a:rPr lang="vi"/>
              <a:t>Mức năm</a:t>
            </a:r>
          </a:p>
        </p:txBody>
      </p:sp>
      <p:sp>
        <p:nvSpPr>
          <p:cNvPr id="15" name="Chỗ dành sẵn cho Nội dung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83235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vi"/>
              <a:t>Bấm để chỉnh sửa kiểu văn bản Bản cái</a:t>
            </a:r>
          </a:p>
          <a:p>
            <a:pPr lvl="1" rtl="0"/>
            <a:r>
              <a:rPr lang="vi"/>
              <a:t>Mức hai</a:t>
            </a:r>
          </a:p>
          <a:p>
            <a:pPr lvl="2" rtl="0"/>
            <a:r>
              <a:rPr lang="vi"/>
              <a:t>Mức ba</a:t>
            </a:r>
          </a:p>
          <a:p>
            <a:pPr lvl="3" rtl="0"/>
            <a:r>
              <a:rPr lang="vi"/>
              <a:t>Mức bốn</a:t>
            </a:r>
          </a:p>
          <a:p>
            <a:pPr lvl="4" rtl="0"/>
            <a:r>
              <a:rPr lang="vi"/>
              <a:t>Mức năm</a:t>
            </a:r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êu đề và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1" y="2526318"/>
            <a:ext cx="3218688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4" name="Hình tự do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rgbClr val="4E79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Hình tự do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rgbClr val="4E79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Hình tự do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Nhóm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Hình tự do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rgbClr val="4E79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vi-VN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Hình tự do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vi-VN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Chỗ dành sẵn cho Ngày tháng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E70FF5A-1345-4C57-9644-FD8A3EAF30C6}" type="datetime1">
              <a:rPr lang="vi-VN" noProof="0" smtClean="0">
                <a:latin typeface="Arial" panose="020B0604020202020204" pitchFamily="34" charset="0"/>
              </a:rPr>
              <a:t>24/06/2024</a:t>
            </a:fld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11" name="Chỗ dành sẵn cho Chân trang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noProof="0"/>
              <a:t>TIÊU ĐỀ BẢN TRÌNH BÀY</a:t>
            </a:r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13" name="Chỗ dành sẵn cho Nội dung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683787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14" name="Chỗ dành sẵn cho Nội dung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6749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15" name="Chỗ dành sẵn cho Nội dung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83788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16" name="Chỗ dành sẵn cho Nội dung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00082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17" name="Chỗ dành sẵn cho Nội dung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0008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12" name="Chỗ dành sẵn cho Số hiệu Bản chiếu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vi-VN" noProof="0" smtClean="0"/>
              <a:pPr/>
              <a:t>‹#›</a:t>
            </a:fld>
            <a:endParaRPr lang="vi-VN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ết thúc trang chiế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122363"/>
            <a:ext cx="6220278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Autofit/>
          </a:bodyPr>
          <a:lstStyle>
            <a:lvl1pPr marL="0" indent="0" algn="l">
              <a:buNone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vi-VN" noProof="0"/>
              <a:t>Bấm để chỉnh sửa kiểu phụ đề của Bản cái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Nhóm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Hình tự do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rgbClr val="4E79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vi-VN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Hình tự do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vi-VN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Hình tự do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Hình tự do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solidFill>
            <a:srgbClr val="4E79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4DE4D6-A301-457C-91BF-D14F01B5FE2E}" type="datetime1">
              <a:rPr lang="vi-VN" noProof="0" smtClean="0">
                <a:latin typeface="Arial" panose="020B0604020202020204" pitchFamily="34" charset="0"/>
                <a:cs typeface="Arial" panose="020B0604020202020204" pitchFamily="34" charset="0"/>
              </a:rPr>
              <a:t>24/06/2024</a:t>
            </a:fld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noProof="0"/>
              <a:t>TIÊU ĐỀ BẢN TRÌNH BÀY</a:t>
            </a:r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vi-VN" noProof="0" smtClean="0"/>
              <a:pPr/>
              <a:t>‹#›</a:t>
            </a:fld>
            <a:endParaRPr lang="vi-VN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rlinks-me.com/blog-post/how-delivery-lead-timeimpacts-online-shopping-decisions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1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jpg"/><Relationship Id="rId9" Type="http://schemas.openxmlformats.org/officeDocument/2006/relationships/image" Target="../media/image59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diagramColors" Target="../diagrams/colors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diagramQuickStyle" Target="../diagrams/quickStyl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11" Type="http://schemas.openxmlformats.org/officeDocument/2006/relationships/diagramLayout" Target="../diagrams/layout2.xml"/><Relationship Id="rId5" Type="http://schemas.openxmlformats.org/officeDocument/2006/relationships/diagramQuickStyle" Target="../diagrams/quickStyle1.xml"/><Relationship Id="rId10" Type="http://schemas.openxmlformats.org/officeDocument/2006/relationships/diagramData" Target="../diagrams/data2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4.png"/><Relationship Id="rId14" Type="http://schemas.microsoft.com/office/2007/relationships/diagramDrawing" Target="../diagrams/drawing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2" y="1122363"/>
            <a:ext cx="7864081" cy="2387600"/>
          </a:xfrm>
        </p:spPr>
        <p:txBody>
          <a:bodyPr rtlCol="0"/>
          <a:lstStyle/>
          <a:p>
            <a:pPr rtl="0"/>
            <a:r>
              <a:rPr lang="en-US" sz="5400">
                <a:solidFill>
                  <a:schemeClr val="accent4"/>
                </a:solidFill>
              </a:rPr>
              <a:t>How To </a:t>
            </a:r>
            <a:r>
              <a:rPr lang="en-US" sz="5400">
                <a:solidFill>
                  <a:srgbClr val="4E79A7"/>
                </a:solidFill>
              </a:rPr>
              <a:t>Improve Delivery Time </a:t>
            </a:r>
            <a:r>
              <a:rPr lang="en-US" sz="5400">
                <a:solidFill>
                  <a:schemeClr val="accent4"/>
                </a:solidFill>
              </a:rPr>
              <a:t>of Olist E-Commerce </a:t>
            </a:r>
            <a:endParaRPr lang="vi-VN" sz="5400">
              <a:solidFill>
                <a:schemeClr val="accent4"/>
              </a:solidFill>
            </a:endParaRP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rtlCol="0"/>
          <a:lstStyle/>
          <a:p>
            <a:pPr rtl="0"/>
            <a:r>
              <a:rPr lang="en-US" sz="2800">
                <a:solidFill>
                  <a:schemeClr val="accent4"/>
                </a:solidFill>
              </a:rPr>
              <a:t>Doan Huynh Nhat Vu</a:t>
            </a:r>
            <a:endParaRPr lang="vi-VN" sz="2800">
              <a:solidFill>
                <a:schemeClr val="accent4"/>
              </a:solidFill>
            </a:endParaRPr>
          </a:p>
        </p:txBody>
      </p:sp>
      <p:pic>
        <p:nvPicPr>
          <p:cNvPr id="6" name="Picture 5" descr="A blue and white sign with white text&#10;&#10;Description automatically generated">
            <a:extLst>
              <a:ext uri="{FF2B5EF4-FFF2-40B4-BE49-F238E27FC236}">
                <a16:creationId xmlns:a16="http://schemas.microsoft.com/office/drawing/2014/main" id="{B5B081BD-EB4E-E0E7-F661-5950C55CE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4" y="2762793"/>
            <a:ext cx="3365225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34C72D2-EFDF-844A-8472-CB49A59B1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vi-VN" smtClean="0"/>
              <a:pPr rtl="0">
                <a:spcAft>
                  <a:spcPts val="600"/>
                </a:spcAft>
              </a:pPr>
              <a:t>2</a:t>
            </a:fld>
            <a:endParaRPr lang="vi-VN"/>
          </a:p>
        </p:txBody>
      </p:sp>
      <p:sp>
        <p:nvSpPr>
          <p:cNvPr id="14" name="Tiêu đề 1">
            <a:extLst>
              <a:ext uri="{FF2B5EF4-FFF2-40B4-BE49-F238E27FC236}">
                <a16:creationId xmlns:a16="http://schemas.microsoft.com/office/drawing/2014/main" id="{2DE076F1-1624-8880-51BA-AF10EB6C9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2" y="0"/>
            <a:ext cx="9779183" cy="1325563"/>
          </a:xfrm>
        </p:spPr>
        <p:txBody>
          <a:bodyPr rtlCol="0"/>
          <a:lstStyle/>
          <a:p>
            <a:pPr rtl="0"/>
            <a:r>
              <a:rPr lang="en-US" sz="4400">
                <a:solidFill>
                  <a:schemeClr val="accent4"/>
                </a:solidFill>
              </a:rPr>
              <a:t>The importance of delivery for e-commerce</a:t>
            </a:r>
            <a:endParaRPr lang="vi-VN" sz="4400">
              <a:solidFill>
                <a:schemeClr val="accent4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ECCA42-32AB-4085-423D-79BF2741BB3F}"/>
              </a:ext>
            </a:extLst>
          </p:cNvPr>
          <p:cNvSpPr txBox="1"/>
          <p:nvPr/>
        </p:nvSpPr>
        <p:spPr>
          <a:xfrm>
            <a:off x="381000" y="5240048"/>
            <a:ext cx="7905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Source: </a:t>
            </a:r>
            <a:r>
              <a:rPr lang="en-US" sz="1600">
                <a:solidFill>
                  <a:schemeClr val="bg2">
                    <a:lumMod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Critical Role of Delivery Lead Time in E-Commerce | Importance, Impact, and Consumer Behavior (starlinks-me.com)</a:t>
            </a:r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vi-VN" sz="160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7" name="Picture 16" descr="A blue and black truck with a check mark&#10;&#10;Description automatically generated">
            <a:extLst>
              <a:ext uri="{FF2B5EF4-FFF2-40B4-BE49-F238E27FC236}">
                <a16:creationId xmlns:a16="http://schemas.microsoft.com/office/drawing/2014/main" id="{2528DEAF-C5D1-C706-4F06-9B50F03BE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224" y="1617952"/>
            <a:ext cx="1942911" cy="1371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8E1B5B-C87C-6FB0-AC20-B9FF99CA8C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7862" y="2989552"/>
            <a:ext cx="1507400" cy="940459"/>
          </a:xfrm>
          <a:prstGeom prst="rect">
            <a:avLst/>
          </a:prstGeom>
        </p:spPr>
      </p:pic>
      <p:pic>
        <p:nvPicPr>
          <p:cNvPr id="23" name="Picture 22" descr="A black and white pictogram of a person holding a box&#10;&#10;Description automatically generated">
            <a:extLst>
              <a:ext uri="{FF2B5EF4-FFF2-40B4-BE49-F238E27FC236}">
                <a16:creationId xmlns:a16="http://schemas.microsoft.com/office/drawing/2014/main" id="{8919AE0D-33C5-2633-CA35-604745D3A8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9627" y="4215751"/>
            <a:ext cx="1063869" cy="91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5208FD-08C2-B68E-FB27-98BABF9B83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582448"/>
            <a:ext cx="8823750" cy="365760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0"/>
            <a:ext cx="9779183" cy="1325563"/>
          </a:xfrm>
        </p:spPr>
        <p:txBody>
          <a:bodyPr rtlCol="0"/>
          <a:lstStyle/>
          <a:p>
            <a:pPr rtl="0"/>
            <a:r>
              <a:rPr lang="en-US" sz="4400">
                <a:solidFill>
                  <a:schemeClr val="accent4"/>
                </a:solidFill>
              </a:rPr>
              <a:t>Overview of the analysis</a:t>
            </a:r>
            <a:endParaRPr lang="vi-VN" sz="4400">
              <a:solidFill>
                <a:schemeClr val="accent4"/>
              </a:solidFill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593" y="1674338"/>
            <a:ext cx="9779182" cy="430736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rtl="0"/>
            <a:r>
              <a:rPr lang="en-US" sz="2400" b="1">
                <a:solidFill>
                  <a:schemeClr val="bg2">
                    <a:lumMod val="25000"/>
                  </a:schemeClr>
                </a:solidFill>
              </a:rPr>
              <a:t>Objectives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Evaluate data to improve delivery times </a:t>
            </a:r>
          </a:p>
          <a:p>
            <a:pPr rtl="0"/>
            <a:endParaRPr lang="en-US" sz="1200">
              <a:solidFill>
                <a:schemeClr val="bg2">
                  <a:lumMod val="25000"/>
                </a:schemeClr>
              </a:solidFill>
            </a:endParaRPr>
          </a:p>
          <a:p>
            <a:pPr rtl="0"/>
            <a:endParaRPr lang="vi-VN" sz="1200">
              <a:solidFill>
                <a:schemeClr val="bg2">
                  <a:lumMod val="25000"/>
                </a:schemeClr>
              </a:solidFill>
            </a:endParaRPr>
          </a:p>
          <a:p>
            <a:pPr rtl="0"/>
            <a:r>
              <a:rPr lang="en-US" sz="2400" b="1">
                <a:solidFill>
                  <a:schemeClr val="bg2">
                    <a:lumMod val="25000"/>
                  </a:schemeClr>
                </a:solidFill>
              </a:rPr>
              <a:t>Target Audience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Business/Logistics Analyst Manager of Olist</a:t>
            </a:r>
          </a:p>
          <a:p>
            <a:pPr rtl="0"/>
            <a:endParaRPr lang="en-US" sz="1200" b="1">
              <a:solidFill>
                <a:schemeClr val="bg2">
                  <a:lumMod val="25000"/>
                </a:schemeClr>
              </a:solidFill>
            </a:endParaRPr>
          </a:p>
          <a:p>
            <a:pPr rtl="0"/>
            <a:endParaRPr lang="vi-VN" sz="1200" b="1">
              <a:solidFill>
                <a:schemeClr val="bg2">
                  <a:lumMod val="25000"/>
                </a:schemeClr>
              </a:solidFill>
            </a:endParaRPr>
          </a:p>
          <a:p>
            <a:pPr rtl="0"/>
            <a:r>
              <a:rPr lang="en-US" sz="2400" b="1">
                <a:solidFill>
                  <a:schemeClr val="bg2">
                    <a:lumMod val="25000"/>
                  </a:schemeClr>
                </a:solidFill>
              </a:rPr>
              <a:t>Metrics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vi-VN" sz="1600" b="1">
                <a:solidFill>
                  <a:schemeClr val="bg2">
                    <a:lumMod val="25000"/>
                  </a:schemeClr>
                </a:solidFill>
              </a:rPr>
              <a:t>Delivery_time </a:t>
            </a:r>
            <a:r>
              <a:rPr lang="en-US" altLang="vi-VN" sz="1600">
                <a:solidFill>
                  <a:schemeClr val="bg2">
                    <a:lumMod val="25000"/>
                  </a:schemeClr>
                </a:solidFill>
              </a:rPr>
              <a:t>= order_delivered_customer_date - order_approved_at</a:t>
            </a:r>
            <a:endParaRPr lang="vi-VN" altLang="vi-VN" sz="1600">
              <a:solidFill>
                <a:schemeClr val="bg2">
                  <a:lumMod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bg2">
                    <a:lumMod val="25000"/>
                  </a:schemeClr>
                </a:solidFill>
              </a:rPr>
              <a:t>Ratio_of_late_delivery </a:t>
            </a:r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= Late_deliveries / Total_deliveries * 100%</a:t>
            </a:r>
          </a:p>
          <a:p>
            <a:pPr rtl="0"/>
            <a:endParaRPr lang="en-US" sz="1200" b="1">
              <a:solidFill>
                <a:schemeClr val="bg2">
                  <a:lumMod val="25000"/>
                </a:schemeClr>
              </a:solidFill>
            </a:endParaRPr>
          </a:p>
          <a:p>
            <a:pPr rtl="0"/>
            <a:endParaRPr lang="vi-VN" sz="1200">
              <a:solidFill>
                <a:schemeClr val="bg2">
                  <a:lumMod val="25000"/>
                </a:schemeClr>
              </a:solidFill>
            </a:endParaRPr>
          </a:p>
          <a:p>
            <a:pPr rtl="0"/>
            <a:r>
              <a:rPr lang="en-US" sz="2400" b="1">
                <a:solidFill>
                  <a:schemeClr val="bg2">
                    <a:lumMod val="25000"/>
                  </a:schemeClr>
                </a:solidFill>
              </a:rPr>
              <a:t>Flow of Analysis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Analyze by Time  </a:t>
            </a:r>
            <a:r>
              <a:rPr lang="en-US" sz="160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 </a:t>
            </a:r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Analyze by Location</a:t>
            </a:r>
            <a:endParaRPr lang="vi-VN" sz="1600">
              <a:solidFill>
                <a:schemeClr val="bg2">
                  <a:lumMod val="25000"/>
                </a:schemeClr>
              </a:solidFill>
            </a:endParaRPr>
          </a:p>
          <a:p>
            <a:pPr rtl="0"/>
            <a:endParaRPr lang="vi-VN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vi-VN" smtClean="0"/>
              <a:pPr rtl="0"/>
              <a:t>3</a:t>
            </a:fld>
            <a:endParaRPr lang="vi-VN"/>
          </a:p>
        </p:txBody>
      </p:sp>
      <p:pic>
        <p:nvPicPr>
          <p:cNvPr id="8" name="Graphic 7" descr="Target with solid fill">
            <a:extLst>
              <a:ext uri="{FF2B5EF4-FFF2-40B4-BE49-F238E27FC236}">
                <a16:creationId xmlns:a16="http://schemas.microsoft.com/office/drawing/2014/main" id="{251830EC-9940-12C6-0065-BCAC02540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566" y="1674338"/>
            <a:ext cx="548640" cy="5486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193E1D-6D5F-B51A-BC2F-43F70ECE2E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923" y="2745774"/>
            <a:ext cx="548640" cy="548640"/>
          </a:xfrm>
          <a:prstGeom prst="rect">
            <a:avLst/>
          </a:prstGeom>
        </p:spPr>
      </p:pic>
      <p:pic>
        <p:nvPicPr>
          <p:cNvPr id="16" name="Graphic 15" descr="Bar graph with upward trend with solid fill">
            <a:extLst>
              <a:ext uri="{FF2B5EF4-FFF2-40B4-BE49-F238E27FC236}">
                <a16:creationId xmlns:a16="http://schemas.microsoft.com/office/drawing/2014/main" id="{B5642E76-C05F-DF0C-EF41-1DE1BD2ABE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0566" y="3796490"/>
            <a:ext cx="548640" cy="548640"/>
          </a:xfrm>
          <a:prstGeom prst="rect">
            <a:avLst/>
          </a:prstGeom>
        </p:spPr>
      </p:pic>
      <p:pic>
        <p:nvPicPr>
          <p:cNvPr id="20" name="Graphic 19" descr="Workflow with solid fill">
            <a:extLst>
              <a:ext uri="{FF2B5EF4-FFF2-40B4-BE49-F238E27FC236}">
                <a16:creationId xmlns:a16="http://schemas.microsoft.com/office/drawing/2014/main" id="{7A9741B9-F417-37DF-5D3A-DADDA6792B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2953" y="5167225"/>
            <a:ext cx="548640" cy="548640"/>
          </a:xfrm>
          <a:prstGeom prst="rect">
            <a:avLst/>
          </a:prstGeom>
        </p:spPr>
      </p:pic>
      <p:pic>
        <p:nvPicPr>
          <p:cNvPr id="7" name="Picture 6" descr="A person and person standing next to a computer&#10;&#10;Description automatically generated">
            <a:extLst>
              <a:ext uri="{FF2B5EF4-FFF2-40B4-BE49-F238E27FC236}">
                <a16:creationId xmlns:a16="http://schemas.microsoft.com/office/drawing/2014/main" id="{0D41F118-EC3B-3D03-6360-21200C0B0B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9212" y="1526062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B0C53-5AD6-899A-8C34-1F0FB8DE1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vi-VN" noProof="0" smtClean="0"/>
              <a:pPr/>
              <a:t>4</a:t>
            </a:fld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9" name="Tiêu đề 1">
            <a:extLst>
              <a:ext uri="{FF2B5EF4-FFF2-40B4-BE49-F238E27FC236}">
                <a16:creationId xmlns:a16="http://schemas.microsoft.com/office/drawing/2014/main" id="{D0E9572C-3AC2-3394-37DA-6C93250AE933}"/>
              </a:ext>
            </a:extLst>
          </p:cNvPr>
          <p:cNvSpPr txBox="1">
            <a:spLocks/>
          </p:cNvSpPr>
          <p:nvPr/>
        </p:nvSpPr>
        <p:spPr>
          <a:xfrm>
            <a:off x="1167492" y="0"/>
            <a:ext cx="97791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4400">
                <a:solidFill>
                  <a:schemeClr val="accent4"/>
                </a:solidFill>
              </a:rPr>
              <a:t>About Olist Dataset</a:t>
            </a:r>
            <a:endParaRPr lang="vi-VN" sz="4400">
              <a:solidFill>
                <a:schemeClr val="accent4"/>
              </a:solidFill>
            </a:endParaRPr>
          </a:p>
        </p:txBody>
      </p:sp>
      <p:pic>
        <p:nvPicPr>
          <p:cNvPr id="10" name="Picture 9" descr="A blue sign with white text&#10;&#10;Description automatically generated">
            <a:extLst>
              <a:ext uri="{FF2B5EF4-FFF2-40B4-BE49-F238E27FC236}">
                <a16:creationId xmlns:a16="http://schemas.microsoft.com/office/drawing/2014/main" id="{B731D0DA-D1BB-19C8-85A4-11497390D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674" y="42345"/>
            <a:ext cx="1371600" cy="1371600"/>
          </a:xfrm>
          <a:prstGeom prst="rect">
            <a:avLst/>
          </a:prstGeom>
        </p:spPr>
      </p:pic>
      <p:sp>
        <p:nvSpPr>
          <p:cNvPr id="11" name="Chỗ dành sẵn cho Nội dung 2">
            <a:extLst>
              <a:ext uri="{FF2B5EF4-FFF2-40B4-BE49-F238E27FC236}">
                <a16:creationId xmlns:a16="http://schemas.microsoft.com/office/drawing/2014/main" id="{AB5C63E5-80E8-1D1A-ABE5-7210D7C1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694" y="1699554"/>
            <a:ext cx="7433582" cy="40932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n-US" sz="2100" b="1">
                <a:solidFill>
                  <a:schemeClr val="bg2">
                    <a:lumMod val="25000"/>
                  </a:schemeClr>
                </a:solidFill>
              </a:rPr>
              <a:t>9 </a:t>
            </a:r>
            <a:r>
              <a:rPr lang="en-US" sz="2000" b="1">
                <a:solidFill>
                  <a:schemeClr val="bg2">
                    <a:lumMod val="25000"/>
                  </a:schemeClr>
                </a:solidFill>
              </a:rPr>
              <a:t>Tables</a:t>
            </a:r>
            <a:endParaRPr lang="en-US" sz="2100" b="1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bg2">
                    <a:lumMod val="25000"/>
                  </a:schemeClr>
                </a:solidFill>
              </a:rPr>
              <a:t>Overview</a:t>
            </a:r>
            <a:r>
              <a:rPr lang="en-US" sz="2200" b="1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sz="1800">
                <a:solidFill>
                  <a:schemeClr val="bg2">
                    <a:lumMod val="25000"/>
                  </a:schemeClr>
                </a:solidFill>
              </a:rPr>
              <a:t>a Brazilian e-commerce platform that connects small and medium-sized businesses to customers across Brazil.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bg2">
                    <a:lumMod val="25000"/>
                  </a:schemeClr>
                </a:solidFill>
              </a:rPr>
              <a:t>Period</a:t>
            </a:r>
            <a:r>
              <a:rPr lang="en-US" sz="2200" b="1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sz="1800">
                <a:solidFill>
                  <a:schemeClr val="bg2">
                    <a:lumMod val="25000"/>
                  </a:schemeClr>
                </a:solidFill>
              </a:rPr>
              <a:t>Jan 2017 – Aug 2018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bg2">
                    <a:lumMod val="25000"/>
                  </a:schemeClr>
                </a:solidFill>
              </a:rPr>
              <a:t>Number</a:t>
            </a:r>
            <a:r>
              <a:rPr lang="en-US" sz="2200" b="1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1800" b="1">
                <a:solidFill>
                  <a:schemeClr val="bg2">
                    <a:lumMod val="25000"/>
                  </a:schemeClr>
                </a:solidFill>
              </a:rPr>
              <a:t>of rows: </a:t>
            </a:r>
            <a:r>
              <a:rPr lang="en-US" sz="1800">
                <a:solidFill>
                  <a:schemeClr val="bg2">
                    <a:lumMod val="25000"/>
                  </a:schemeClr>
                </a:solidFill>
              </a:rPr>
              <a:t>110,289</a:t>
            </a:r>
            <a:endParaRPr lang="vi-VN" sz="1800">
              <a:solidFill>
                <a:schemeClr val="bg2">
                  <a:lumMod val="25000"/>
                </a:schemeClr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96686B9-A861-91F5-3EC0-50D4BA8EC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637775"/>
              </p:ext>
            </p:extLst>
          </p:nvPr>
        </p:nvGraphicFramePr>
        <p:xfrm>
          <a:off x="4171950" y="3190667"/>
          <a:ext cx="7639049" cy="2682971"/>
        </p:xfrm>
        <a:graphic>
          <a:graphicData uri="http://schemas.openxmlformats.org/drawingml/2006/table">
            <a:tbl>
              <a:tblPr/>
              <a:tblGrid>
                <a:gridCol w="2779795">
                  <a:extLst>
                    <a:ext uri="{9D8B030D-6E8A-4147-A177-3AD203B41FA5}">
                      <a16:colId xmlns:a16="http://schemas.microsoft.com/office/drawing/2014/main" val="501748742"/>
                    </a:ext>
                  </a:extLst>
                </a:gridCol>
                <a:gridCol w="4859254">
                  <a:extLst>
                    <a:ext uri="{9D8B030D-6E8A-4147-A177-3AD203B41FA5}">
                      <a16:colId xmlns:a16="http://schemas.microsoft.com/office/drawing/2014/main" val="3107415039"/>
                    </a:ext>
                  </a:extLst>
                </a:gridCol>
              </a:tblGrid>
              <a:tr h="379989">
                <a:tc>
                  <a:txBody>
                    <a:bodyPr/>
                    <a:lstStyle/>
                    <a:p>
                      <a:pPr algn="ctr" fontAlgn="ctr"/>
                      <a:r>
                        <a:rPr lang="vi-VN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vi-VN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Meaning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019398"/>
                  </a:ext>
                </a:extLst>
              </a:tr>
              <a:tr h="5747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days_taken_to_approve_transaction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the duration the seller confirms the goods are available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790272"/>
                  </a:ext>
                </a:extLst>
              </a:tr>
              <a:tr h="5747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days_taken_from_approval_to_drop_off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the duration Olist takes the goods from the seller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493370"/>
                  </a:ext>
                </a:extLst>
              </a:tr>
              <a:tr h="578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days_taken_for_items_to_reach_customer_after_drop_off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the duration Olist delivers the goods to the customer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126486"/>
                  </a:ext>
                </a:extLst>
              </a:tr>
              <a:tr h="574789">
                <a:tc>
                  <a:txBody>
                    <a:bodyPr/>
                    <a:lstStyle/>
                    <a:p>
                      <a:pPr algn="l" fontAlgn="ctr"/>
                      <a:r>
                        <a:rPr lang="vi-VN" sz="11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delivery_time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the duration from the time the order is confirmed to the time it is delivered to the customer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91454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5CBA323-A478-B8DA-6102-7DF64EC39402}"/>
              </a:ext>
            </a:extLst>
          </p:cNvPr>
          <p:cNvSpPr txBox="1"/>
          <p:nvPr/>
        </p:nvSpPr>
        <p:spPr>
          <a:xfrm>
            <a:off x="8930369" y="2732953"/>
            <a:ext cx="2880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4E79A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Calculating New Fields</a:t>
            </a:r>
            <a:endParaRPr lang="vi-VN" b="1">
              <a:solidFill>
                <a:srgbClr val="4E79A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blue and white icons&#10;&#10;Description automatically generated with medium confidence">
            <a:extLst>
              <a:ext uri="{FF2B5EF4-FFF2-40B4-BE49-F238E27FC236}">
                <a16:creationId xmlns:a16="http://schemas.microsoft.com/office/drawing/2014/main" id="{368DD88A-D6FB-60EB-B990-8E18A903D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91" y="4408067"/>
            <a:ext cx="3239262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122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/>
          <a:lstStyle/>
          <a:p>
            <a:pPr rtl="0"/>
            <a:r>
              <a:rPr lang="en-US"/>
              <a:t>Analyze by </a:t>
            </a:r>
            <a:r>
              <a:rPr lang="en-US">
                <a:highlight>
                  <a:srgbClr val="808080"/>
                </a:highlight>
              </a:rPr>
              <a:t>Time</a:t>
            </a:r>
            <a:endParaRPr lang="vi-VN">
              <a:highlight>
                <a:srgbClr val="808080"/>
              </a:highlight>
            </a:endParaRPr>
          </a:p>
        </p:txBody>
      </p:sp>
      <p:pic>
        <p:nvPicPr>
          <p:cNvPr id="5" name="Graphic 4" descr="Statistics outline">
            <a:extLst>
              <a:ext uri="{FF2B5EF4-FFF2-40B4-BE49-F238E27FC236}">
                <a16:creationId xmlns:a16="http://schemas.microsoft.com/office/drawing/2014/main" id="{36A3ACF7-31A9-3721-9081-BDDD51023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38375" y="3447000"/>
            <a:ext cx="914400" cy="914400"/>
          </a:xfrm>
          <a:prstGeom prst="rect">
            <a:avLst/>
          </a:prstGeom>
        </p:spPr>
      </p:pic>
      <p:pic>
        <p:nvPicPr>
          <p:cNvPr id="8" name="Graphic 7" descr="Statistics outline">
            <a:extLst>
              <a:ext uri="{FF2B5EF4-FFF2-40B4-BE49-F238E27FC236}">
                <a16:creationId xmlns:a16="http://schemas.microsoft.com/office/drawing/2014/main" id="{9788F10B-BF11-07D6-41FF-4EFBA6FC4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7175" y="3447000"/>
            <a:ext cx="914400" cy="914400"/>
          </a:xfrm>
          <a:prstGeom prst="rect">
            <a:avLst/>
          </a:prstGeom>
        </p:spPr>
      </p:pic>
      <p:pic>
        <p:nvPicPr>
          <p:cNvPr id="4" name="Graphic 3" descr="Alarm clock with solid fill">
            <a:extLst>
              <a:ext uri="{FF2B5EF4-FFF2-40B4-BE49-F238E27FC236}">
                <a16:creationId xmlns:a16="http://schemas.microsoft.com/office/drawing/2014/main" id="{C33F616E-71E5-4F58-BCDA-252EFF8366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52775" y="3447000"/>
            <a:ext cx="914400" cy="914400"/>
          </a:xfrm>
          <a:prstGeom prst="rect">
            <a:avLst/>
          </a:prstGeom>
        </p:spPr>
      </p:pic>
      <p:pic>
        <p:nvPicPr>
          <p:cNvPr id="6" name="Graphic 5" descr="Alarm clock with solid fill">
            <a:extLst>
              <a:ext uri="{FF2B5EF4-FFF2-40B4-BE49-F238E27FC236}">
                <a16:creationId xmlns:a16="http://schemas.microsoft.com/office/drawing/2014/main" id="{E0772647-632E-F878-615C-2D74FFF57A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1575" y="3447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543047E-FBFD-4F79-BCA5-10E69740F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54" y="242887"/>
            <a:ext cx="9779183" cy="1325563"/>
          </a:xfrm>
        </p:spPr>
        <p:txBody>
          <a:bodyPr rtlCol="0"/>
          <a:lstStyle/>
          <a:p>
            <a:pPr rtl="0"/>
            <a:r>
              <a:rPr lang="en-US" sz="4400">
                <a:solidFill>
                  <a:schemeClr val="accent4"/>
                </a:solidFill>
              </a:rPr>
              <a:t>Percentage of On Time vs Late Deliveries</a:t>
            </a:r>
            <a:endParaRPr lang="vi" sz="4400">
              <a:solidFill>
                <a:schemeClr val="accent4"/>
              </a:solidFill>
            </a:endParaRPr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0A86E01-62BB-5145-A6C3-515717DD3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6</a:t>
            </a:fld>
            <a:endParaRPr lang="en-US" dirty="0"/>
          </a:p>
        </p:txBody>
      </p:sp>
      <p:sp>
        <p:nvSpPr>
          <p:cNvPr id="18" name="Chỗ dành sẵn cho Nội dung 2">
            <a:extLst>
              <a:ext uri="{FF2B5EF4-FFF2-40B4-BE49-F238E27FC236}">
                <a16:creationId xmlns:a16="http://schemas.microsoft.com/office/drawing/2014/main" id="{CF85D5DB-EFC8-9632-C746-C83A73AAD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49" y="1885950"/>
            <a:ext cx="7433582" cy="40932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sz="2000" b="1">
                <a:solidFill>
                  <a:srgbClr val="4E79A7"/>
                </a:solidFill>
              </a:rPr>
              <a:t>93.3%</a:t>
            </a:r>
            <a:r>
              <a:rPr lang="en-US" sz="2000">
                <a:solidFill>
                  <a:srgbClr val="4E79A7"/>
                </a:solidFill>
              </a:rPr>
              <a:t>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of total orders were </a:t>
            </a:r>
            <a:r>
              <a:rPr lang="en-US" sz="2000" b="1">
                <a:solidFill>
                  <a:srgbClr val="4E79A7"/>
                </a:solidFill>
              </a:rPr>
              <a:t>delivered on-time. 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sz="2000" b="1">
                <a:solidFill>
                  <a:srgbClr val="E15759"/>
                </a:solidFill>
              </a:rPr>
              <a:t>Only 6.7%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of total orders were delivered </a:t>
            </a:r>
            <a:r>
              <a:rPr lang="en-US" sz="2000" b="1">
                <a:solidFill>
                  <a:srgbClr val="E15759"/>
                </a:solidFill>
              </a:rPr>
              <a:t>late.</a:t>
            </a:r>
            <a:endParaRPr lang="en-US" sz="1800" b="1">
              <a:solidFill>
                <a:srgbClr val="E1575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586520-A67E-CE47-D0BB-D306156F6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897" y="1407184"/>
            <a:ext cx="4595149" cy="4572000"/>
          </a:xfrm>
          <a:prstGeom prst="rect">
            <a:avLst/>
          </a:prstGeom>
        </p:spPr>
      </p:pic>
      <p:pic>
        <p:nvPicPr>
          <p:cNvPr id="11" name="Picture 10" descr="A red alarm clock with blue and grey symbols&#10;&#10;Description automatically generated">
            <a:extLst>
              <a:ext uri="{FF2B5EF4-FFF2-40B4-BE49-F238E27FC236}">
                <a16:creationId xmlns:a16="http://schemas.microsoft.com/office/drawing/2014/main" id="{16121CA6-E010-45EF-CCAA-D33466388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102" y="2618740"/>
            <a:ext cx="3566160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86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le of boxes with icons&#10;&#10;Description automatically generated">
            <a:extLst>
              <a:ext uri="{FF2B5EF4-FFF2-40B4-BE49-F238E27FC236}">
                <a16:creationId xmlns:a16="http://schemas.microsoft.com/office/drawing/2014/main" id="{E66587A7-096E-FF7D-7D57-D82B1D994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9" y="1938336"/>
            <a:ext cx="2286000" cy="1371600"/>
          </a:xfrm>
          <a:prstGeom prst="rect">
            <a:avLst/>
          </a:prstGeom>
        </p:spPr>
      </p:pic>
      <p:sp>
        <p:nvSpPr>
          <p:cNvPr id="20" name="Tiêu đề 1">
            <a:extLst>
              <a:ext uri="{FF2B5EF4-FFF2-40B4-BE49-F238E27FC236}">
                <a16:creationId xmlns:a16="http://schemas.microsoft.com/office/drawing/2014/main" id="{EDB4E052-5008-DED5-B746-2C6E7F0AB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3018" y="0"/>
            <a:ext cx="9779183" cy="1188089"/>
          </a:xfrm>
        </p:spPr>
        <p:txBody>
          <a:bodyPr rtlCol="0"/>
          <a:lstStyle/>
          <a:p>
            <a:pPr rtl="0"/>
            <a:r>
              <a:rPr lang="en-US" sz="4400">
                <a:solidFill>
                  <a:schemeClr val="accent4"/>
                </a:solidFill>
              </a:rPr>
              <a:t>Late Delivery Rate</a:t>
            </a:r>
            <a:endParaRPr lang="vi" sz="4400">
              <a:solidFill>
                <a:schemeClr val="accent4"/>
              </a:solidFill>
            </a:endParaRP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0B6C709-8794-DF4E-A15C-6E648F09D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vi-VN" smtClean="0"/>
              <a:pPr rtl="0"/>
              <a:t>7</a:t>
            </a:fld>
            <a:endParaRPr lang="vi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7C89B9-E131-6ED9-D5F8-77F1467691CC}"/>
              </a:ext>
            </a:extLst>
          </p:cNvPr>
          <p:cNvSpPr txBox="1"/>
          <p:nvPr/>
        </p:nvSpPr>
        <p:spPr>
          <a:xfrm>
            <a:off x="0" y="1292005"/>
            <a:ext cx="11325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>
                <a:solidFill>
                  <a:srgbClr val="529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increase in orders </a:t>
            </a:r>
            <a:r>
              <a:rPr lang="en-US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 the year-end shopping season of 2017 (Black Friday, Christmas, New Year, etc.) and the Carnival Festival at the end of February 2018 has led to</a:t>
            </a:r>
            <a:r>
              <a:rPr lang="en-US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E04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higher rate of late deliveries.</a:t>
            </a:r>
            <a:endParaRPr lang="vi-VN" b="1">
              <a:solidFill>
                <a:srgbClr val="E04E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1A2A7E-B3A7-8DD4-E13F-540EFBE44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018" y="1966912"/>
            <a:ext cx="8116321" cy="457200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6330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êu đề 1">
            <a:extLst>
              <a:ext uri="{FF2B5EF4-FFF2-40B4-BE49-F238E27FC236}">
                <a16:creationId xmlns:a16="http://schemas.microsoft.com/office/drawing/2014/main" id="{D7CE68B4-5A26-977D-4503-BE6C172F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545" y="0"/>
            <a:ext cx="9779183" cy="1202924"/>
          </a:xfrm>
        </p:spPr>
        <p:txBody>
          <a:bodyPr rtlCol="0"/>
          <a:lstStyle/>
          <a:p>
            <a:pPr rtl="0"/>
            <a:r>
              <a:rPr lang="en-US" sz="4400">
                <a:solidFill>
                  <a:schemeClr val="accent4"/>
                </a:solidFill>
              </a:rPr>
              <a:t>Average Delivery Time</a:t>
            </a:r>
            <a:endParaRPr lang="vi" sz="4400">
              <a:solidFill>
                <a:schemeClr val="accent4"/>
              </a:solidFill>
            </a:endParaRP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0B6C709-8794-DF4E-A15C-6E648F09D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vi-VN" smtClean="0"/>
              <a:pPr rtl="0"/>
              <a:t>8</a:t>
            </a:fld>
            <a:endParaRPr lang="vi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D9B171-CF88-46DB-9A77-A4A176C1030C}"/>
              </a:ext>
            </a:extLst>
          </p:cNvPr>
          <p:cNvSpPr txBox="1"/>
          <p:nvPr/>
        </p:nvSpPr>
        <p:spPr>
          <a:xfrm>
            <a:off x="0" y="1325563"/>
            <a:ext cx="113823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>
                <a:solidFill>
                  <a:srgbClr val="4E79A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average delivery time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varies by month and tends to increase during the year-end shopping season.</a:t>
            </a:r>
            <a:endParaRPr lang="vi-VN" sz="20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neon sign with a shopping cart&#10;&#10;Description automatically generated">
            <a:extLst>
              <a:ext uri="{FF2B5EF4-FFF2-40B4-BE49-F238E27FC236}">
                <a16:creationId xmlns:a16="http://schemas.microsoft.com/office/drawing/2014/main" id="{9F928230-A261-C22D-B61D-FFF21BB54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71" y="2030301"/>
            <a:ext cx="1638765" cy="856387"/>
          </a:xfrm>
          <a:prstGeom prst="rect">
            <a:avLst/>
          </a:prstGeom>
        </p:spPr>
      </p:pic>
      <p:pic>
        <p:nvPicPr>
          <p:cNvPr id="11" name="Picture 10" descr="A red background with white text and ornaments&#10;&#10;Description automatically generated">
            <a:extLst>
              <a:ext uri="{FF2B5EF4-FFF2-40B4-BE49-F238E27FC236}">
                <a16:creationId xmlns:a16="http://schemas.microsoft.com/office/drawing/2014/main" id="{7CD3DC99-1C62-51AF-8C0A-F79263DA8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70" y="3067521"/>
            <a:ext cx="1638765" cy="859536"/>
          </a:xfrm>
          <a:prstGeom prst="rect">
            <a:avLst/>
          </a:prstGeom>
        </p:spPr>
      </p:pic>
      <p:pic>
        <p:nvPicPr>
          <p:cNvPr id="14" name="Picture 13" descr="A group of women in clothing&#10;&#10;Description automatically generated">
            <a:extLst>
              <a:ext uri="{FF2B5EF4-FFF2-40B4-BE49-F238E27FC236}">
                <a16:creationId xmlns:a16="http://schemas.microsoft.com/office/drawing/2014/main" id="{42F59EFB-3777-B4B3-C5C0-74646204F7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470" y="4107891"/>
            <a:ext cx="1638764" cy="8595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51B369-0E8C-990A-3A41-E1FC11F902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9545" y="2030301"/>
            <a:ext cx="8046253" cy="457200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êu đề 1">
            <a:extLst>
              <a:ext uri="{FF2B5EF4-FFF2-40B4-BE49-F238E27FC236}">
                <a16:creationId xmlns:a16="http://schemas.microsoft.com/office/drawing/2014/main" id="{D7CE68B4-5A26-977D-4503-BE6C172F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8260" y="6613"/>
            <a:ext cx="9779183" cy="1202924"/>
          </a:xfrm>
        </p:spPr>
        <p:txBody>
          <a:bodyPr rtlCol="0"/>
          <a:lstStyle/>
          <a:p>
            <a:pPr rtl="0"/>
            <a:r>
              <a:rPr lang="en-US" sz="4400">
                <a:solidFill>
                  <a:schemeClr val="accent4"/>
                </a:solidFill>
              </a:rPr>
              <a:t>Average Delivery Time</a:t>
            </a:r>
            <a:endParaRPr lang="vi" sz="4400">
              <a:solidFill>
                <a:schemeClr val="accent4"/>
              </a:solidFill>
            </a:endParaRP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0B6C709-8794-DF4E-A15C-6E648F09D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vi-VN" smtClean="0"/>
              <a:pPr rtl="0"/>
              <a:t>9</a:t>
            </a:fld>
            <a:endParaRPr lang="vi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D9B171-CF88-46DB-9A77-A4A176C1030C}"/>
              </a:ext>
            </a:extLst>
          </p:cNvPr>
          <p:cNvSpPr txBox="1"/>
          <p:nvPr/>
        </p:nvSpPr>
        <p:spPr>
          <a:xfrm>
            <a:off x="0" y="1325563"/>
            <a:ext cx="114014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00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weekly delivery time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 the year-end shopping season (Black Friday, Christmas, New Year, and Carnival Festival).</a:t>
            </a:r>
            <a:endParaRPr lang="vi-VN" sz="20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401DCB-E103-52FB-A8ED-9D8BD5AD2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260" y="2033311"/>
            <a:ext cx="8046253" cy="457200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67535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F67A4-3019-6B1B-CCE0-AF3272D15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vi-VN" noProof="0" smtClean="0"/>
              <a:pPr/>
              <a:t>10</a:t>
            </a:fld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06F4FD-507F-8770-6E3A-6544D202FD8C}"/>
              </a:ext>
            </a:extLst>
          </p:cNvPr>
          <p:cNvSpPr txBox="1"/>
          <p:nvPr/>
        </p:nvSpPr>
        <p:spPr>
          <a:xfrm>
            <a:off x="6758793" y="6119336"/>
            <a:ext cx="43476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2">
                    <a:lumMod val="25000"/>
                  </a:schemeClr>
                </a:solidFill>
              </a:rPr>
              <a:t>Source: https://link.springer.com/chapter/10.1007/978-3-319-47331-4_136</a:t>
            </a:r>
            <a:endParaRPr lang="vi-VN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Tiêu đề 1">
            <a:extLst>
              <a:ext uri="{FF2B5EF4-FFF2-40B4-BE49-F238E27FC236}">
                <a16:creationId xmlns:a16="http://schemas.microsoft.com/office/drawing/2014/main" id="{5BC000BA-97E0-8FE1-D12D-C2D28A478650}"/>
              </a:ext>
            </a:extLst>
          </p:cNvPr>
          <p:cNvSpPr txBox="1">
            <a:spLocks/>
          </p:cNvSpPr>
          <p:nvPr/>
        </p:nvSpPr>
        <p:spPr>
          <a:xfrm>
            <a:off x="1167492" y="0"/>
            <a:ext cx="9779183" cy="1000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4400">
                <a:solidFill>
                  <a:schemeClr val="accent4"/>
                </a:solidFill>
              </a:rPr>
              <a:t>Average Delivery Time</a:t>
            </a:r>
            <a:endParaRPr lang="vi-VN" sz="4400">
              <a:solidFill>
                <a:schemeClr val="accent4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56789C-B1D4-F955-CB42-A7180F290EDA}"/>
              </a:ext>
            </a:extLst>
          </p:cNvPr>
          <p:cNvSpPr txBox="1"/>
          <p:nvPr/>
        </p:nvSpPr>
        <p:spPr>
          <a:xfrm>
            <a:off x="1231508" y="5257800"/>
            <a:ext cx="49219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2">
                    <a:lumMod val="25000"/>
                  </a:schemeClr>
                </a:solidFill>
              </a:rPr>
              <a:t>Amazon’s average delivery-time 2018.</a:t>
            </a:r>
          </a:p>
          <a:p>
            <a:r>
              <a:rPr lang="en-US" sz="1400">
                <a:solidFill>
                  <a:schemeClr val="bg2">
                    <a:lumMod val="25000"/>
                  </a:schemeClr>
                </a:solidFill>
              </a:rPr>
              <a:t>Source: https://www.statista.com/statistics/957782/parcel-carriers-on-time-delivery-rate-peak-season/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0881D2-9754-4FB1-1455-FC98BA9D2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49" y="1600200"/>
            <a:ext cx="4921250" cy="3657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0578BE-BC75-1374-5145-2A6EB852B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793" y="1090136"/>
            <a:ext cx="4663298" cy="502920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46297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0B6C709-8794-DF4E-A15C-6E648F09D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vi-VN" smtClean="0"/>
              <a:pPr rtl="0"/>
              <a:t>11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86F255-246E-5F4D-2F40-92224D57186C}"/>
              </a:ext>
            </a:extLst>
          </p:cNvPr>
          <p:cNvSpPr txBox="1"/>
          <p:nvPr/>
        </p:nvSpPr>
        <p:spPr>
          <a:xfrm>
            <a:off x="1" y="982663"/>
            <a:ext cx="110394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</a:t>
            </a:r>
            <a:r>
              <a:rPr lang="en-US" sz="2000" b="1">
                <a:solidFill>
                  <a:srgbClr val="E157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significant discrepancy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en-US" sz="200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>
                <a:solidFill>
                  <a:srgbClr val="E157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estimated delivery date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200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>
                <a:solidFill>
                  <a:srgbClr val="4E79A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actual delivery date</a:t>
            </a:r>
            <a:r>
              <a:rPr lang="en-US" sz="2000">
                <a:solidFill>
                  <a:srgbClr val="2487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based on monthly data.</a:t>
            </a:r>
            <a:endParaRPr lang="vi-VN" sz="20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êu đề 1">
            <a:extLst>
              <a:ext uri="{FF2B5EF4-FFF2-40B4-BE49-F238E27FC236}">
                <a16:creationId xmlns:a16="http://schemas.microsoft.com/office/drawing/2014/main" id="{A95D973C-E497-5FCC-31EF-29143407C940}"/>
              </a:ext>
            </a:extLst>
          </p:cNvPr>
          <p:cNvSpPr txBox="1">
            <a:spLocks/>
          </p:cNvSpPr>
          <p:nvPr/>
        </p:nvSpPr>
        <p:spPr>
          <a:xfrm>
            <a:off x="1819518" y="-17462"/>
            <a:ext cx="9779183" cy="1000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4400">
                <a:solidFill>
                  <a:schemeClr val="accent4"/>
                </a:solidFill>
              </a:rPr>
              <a:t>The estimated delivery</a:t>
            </a:r>
            <a:endParaRPr lang="vi-VN" sz="4400">
              <a:solidFill>
                <a:schemeClr val="accent4"/>
              </a:solidFill>
            </a:endParaRPr>
          </a:p>
        </p:txBody>
      </p:sp>
      <p:pic>
        <p:nvPicPr>
          <p:cNvPr id="23" name="Picture 22" descr="A group of people working on laptops&#10;&#10;Description automatically generated">
            <a:extLst>
              <a:ext uri="{FF2B5EF4-FFF2-40B4-BE49-F238E27FC236}">
                <a16:creationId xmlns:a16="http://schemas.microsoft.com/office/drawing/2014/main" id="{7284A206-152E-82E1-0CD0-11A4C011F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2715" y="4830861"/>
            <a:ext cx="2449285" cy="1371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DA8D97-99C5-006F-C2B7-F46C9C119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518" y="1690549"/>
            <a:ext cx="7734057" cy="457200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80406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0B6C709-8794-DF4E-A15C-6E648F09D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vi-VN" smtClean="0"/>
              <a:pPr rtl="0"/>
              <a:t>12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86F255-246E-5F4D-2F40-92224D57186C}"/>
              </a:ext>
            </a:extLst>
          </p:cNvPr>
          <p:cNvSpPr txBox="1"/>
          <p:nvPr/>
        </p:nvSpPr>
        <p:spPr>
          <a:xfrm>
            <a:off x="1" y="1090335"/>
            <a:ext cx="113919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carrier takes approximately </a:t>
            </a:r>
            <a:r>
              <a:rPr lang="en-US" sz="2000" b="1">
                <a:solidFill>
                  <a:srgbClr val="F28E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to 3 days</a:t>
            </a:r>
            <a:r>
              <a:rPr lang="en-US" sz="2000" b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2000" b="1">
                <a:solidFill>
                  <a:srgbClr val="F28E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pick up the order</a:t>
            </a:r>
            <a:r>
              <a:rPr lang="en-US" sz="2000" b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the seller, and </a:t>
            </a:r>
            <a:r>
              <a:rPr lang="en-US" sz="2000" b="1">
                <a:solidFill>
                  <a:srgbClr val="4E79A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delivery time</a:t>
            </a:r>
            <a:r>
              <a:rPr lang="en-US" sz="2000" b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the customer ranges </a:t>
            </a:r>
            <a:r>
              <a:rPr lang="en-US" sz="2000" b="1">
                <a:solidFill>
                  <a:srgbClr val="4E79A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6 to over 11 days.</a:t>
            </a:r>
            <a:endParaRPr lang="vi-VN" sz="2000" b="1">
              <a:solidFill>
                <a:srgbClr val="4E79A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êu đề 1">
            <a:extLst>
              <a:ext uri="{FF2B5EF4-FFF2-40B4-BE49-F238E27FC236}">
                <a16:creationId xmlns:a16="http://schemas.microsoft.com/office/drawing/2014/main" id="{A95D973C-E497-5FCC-31EF-29143407C940}"/>
              </a:ext>
            </a:extLst>
          </p:cNvPr>
          <p:cNvSpPr txBox="1">
            <a:spLocks/>
          </p:cNvSpPr>
          <p:nvPr/>
        </p:nvSpPr>
        <p:spPr>
          <a:xfrm>
            <a:off x="1819518" y="136525"/>
            <a:ext cx="9779183" cy="1000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4000">
                <a:solidFill>
                  <a:schemeClr val="accent4"/>
                </a:solidFill>
              </a:rPr>
              <a:t>Time for each step in the order processing</a:t>
            </a:r>
            <a:endParaRPr lang="vi-VN" sz="4000">
              <a:solidFill>
                <a:schemeClr val="accent4"/>
              </a:solidFill>
            </a:endParaRPr>
          </a:p>
        </p:txBody>
      </p:sp>
      <p:pic>
        <p:nvPicPr>
          <p:cNvPr id="15" name="Picture 14" descr="A group of people standing around a clock&#10;&#10;Description automatically generated">
            <a:extLst>
              <a:ext uri="{FF2B5EF4-FFF2-40B4-BE49-F238E27FC236}">
                <a16:creationId xmlns:a16="http://schemas.microsoft.com/office/drawing/2014/main" id="{31CA364B-79EA-118C-31DD-6E0B8A981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3276" y="4829175"/>
            <a:ext cx="2038724" cy="13442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C154FB-CA30-139E-C7E8-2840F3C5C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518" y="1798221"/>
            <a:ext cx="8333758" cy="457200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31367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3A727-80EE-3329-1EDF-55D77A1EB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243" y="1731169"/>
            <a:ext cx="6212924" cy="3894137"/>
          </a:xfrm>
        </p:spPr>
        <p:txBody>
          <a:bodyPr/>
          <a:lstStyle/>
          <a:p>
            <a:r>
              <a:rPr lang="en-US" sz="2000" b="1">
                <a:solidFill>
                  <a:srgbClr val="4E79A7"/>
                </a:solidFill>
              </a:rPr>
              <a:t>Reduce </a:t>
            </a:r>
            <a:r>
              <a:rPr lang="en-US" sz="2000" b="1">
                <a:solidFill>
                  <a:srgbClr val="E15759"/>
                </a:solidFill>
              </a:rPr>
              <a:t>estimated delivery times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requires a combination of factors, including </a:t>
            </a:r>
            <a:r>
              <a:rPr lang="en-US" sz="2000" b="1">
                <a:solidFill>
                  <a:srgbClr val="4E79A7"/>
                </a:solidFill>
              </a:rPr>
              <a:t>optimizing internal processes, </a:t>
            </a:r>
            <a:r>
              <a:rPr lang="en-US" sz="2000" b="1">
                <a:solidFill>
                  <a:srgbClr val="529D47"/>
                </a:solidFill>
              </a:rPr>
              <a:t>improving transportation systems,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and </a:t>
            </a:r>
            <a:r>
              <a:rPr lang="en-US" sz="2000" b="1">
                <a:solidFill>
                  <a:srgbClr val="4E79A7"/>
                </a:solidFill>
              </a:rPr>
              <a:t>enhancing distribution networks.</a:t>
            </a:r>
          </a:p>
          <a:p>
            <a:r>
              <a:rPr lang="en-US" sz="2000" b="1">
                <a:solidFill>
                  <a:srgbClr val="4E79A7"/>
                </a:solidFill>
              </a:rPr>
              <a:t>Reduce</a:t>
            </a:r>
            <a:r>
              <a:rPr lang="en-US" sz="2000"/>
              <a:t> </a:t>
            </a:r>
            <a:r>
              <a:rPr lang="en-US" sz="2000" b="1">
                <a:solidFill>
                  <a:srgbClr val="F28E2B"/>
                </a:solidFill>
              </a:rPr>
              <a:t>the pickup time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for the carrier</a:t>
            </a:r>
            <a:r>
              <a:rPr lang="en-US" sz="2000"/>
              <a:t> </a:t>
            </a:r>
            <a:r>
              <a:rPr lang="en-US" sz="2000" b="1">
                <a:solidFill>
                  <a:srgbClr val="F28E2B"/>
                </a:solidFill>
              </a:rPr>
              <a:t>to collect goods</a:t>
            </a:r>
            <a:r>
              <a:rPr lang="en-US" sz="2000">
                <a:solidFill>
                  <a:srgbClr val="F28E2B"/>
                </a:solidFill>
              </a:rPr>
              <a:t>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from the seller.</a:t>
            </a:r>
          </a:p>
          <a:p>
            <a:r>
              <a:rPr lang="en-US" sz="2000" b="1">
                <a:solidFill>
                  <a:srgbClr val="4E79A7"/>
                </a:solidFill>
              </a:rPr>
              <a:t>Automate warehouse processes: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Implement automation systems in warehouses to </a:t>
            </a:r>
            <a:r>
              <a:rPr lang="en-US" sz="2000" b="1">
                <a:solidFill>
                  <a:srgbClr val="4E79A7"/>
                </a:solidFill>
              </a:rPr>
              <a:t>minimize</a:t>
            </a:r>
            <a:r>
              <a:rPr lang="en-US" sz="2000"/>
              <a:t> </a:t>
            </a:r>
            <a:r>
              <a:rPr lang="en-US" sz="2000" b="1">
                <a:solidFill>
                  <a:srgbClr val="E15759"/>
                </a:solidFill>
              </a:rPr>
              <a:t>order processing time</a:t>
            </a:r>
            <a:r>
              <a:rPr lang="en-US" sz="2000" b="1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and </a:t>
            </a:r>
            <a:r>
              <a:rPr lang="en-US" sz="2000" b="1">
                <a:solidFill>
                  <a:srgbClr val="E15759"/>
                </a:solidFill>
              </a:rPr>
              <a:t>prepare goods for shipment.</a:t>
            </a:r>
            <a:endParaRPr lang="vi-VN" sz="2000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2B39F-43A4-2E3E-5EB4-6EC6CA09C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vi-VN" noProof="0" smtClean="0"/>
              <a:pPr/>
              <a:t>13</a:t>
            </a:fld>
            <a:endParaRPr lang="vi-VN" noProof="0">
              <a:latin typeface="Arial" panose="020B0604020202020204" pitchFamily="34" charset="0"/>
            </a:endParaRPr>
          </a:p>
        </p:txBody>
      </p:sp>
      <p:pic>
        <p:nvPicPr>
          <p:cNvPr id="8" name="Picture 7" descr="A person wearing a red jumpsuit running&#10;&#10;Description automatically generated">
            <a:extLst>
              <a:ext uri="{FF2B5EF4-FFF2-40B4-BE49-F238E27FC236}">
                <a16:creationId xmlns:a16="http://schemas.microsoft.com/office/drawing/2014/main" id="{F4BFBD3E-6BCC-76F4-4E76-1D5BFC7F3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437" y="1731169"/>
            <a:ext cx="3830320" cy="3732213"/>
          </a:xfrm>
          <a:prstGeom prst="rect">
            <a:avLst/>
          </a:prstGeom>
          <a:solidFill>
            <a:srgbClr val="4E79A7"/>
          </a:solidFill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6296EC22-01E8-168C-481E-504F5BD26A5D}"/>
              </a:ext>
            </a:extLst>
          </p:cNvPr>
          <p:cNvSpPr txBox="1">
            <a:spLocks/>
          </p:cNvSpPr>
          <p:nvPr/>
        </p:nvSpPr>
        <p:spPr>
          <a:xfrm>
            <a:off x="1829043" y="0"/>
            <a:ext cx="9779183" cy="1000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4000">
                <a:solidFill>
                  <a:srgbClr val="4E79A7"/>
                </a:solidFill>
              </a:rPr>
              <a:t>Potential Solutions</a:t>
            </a:r>
          </a:p>
        </p:txBody>
      </p:sp>
      <p:pic>
        <p:nvPicPr>
          <p:cNvPr id="12" name="Graphic 11" descr="Bullseye with solid fill">
            <a:extLst>
              <a:ext uri="{FF2B5EF4-FFF2-40B4-BE49-F238E27FC236}">
                <a16:creationId xmlns:a16="http://schemas.microsoft.com/office/drawing/2014/main" id="{22166CF2-B80C-9137-74FF-64EBDC0598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043" y="2971800"/>
            <a:ext cx="457200" cy="457200"/>
          </a:xfrm>
          <a:prstGeom prst="rect">
            <a:avLst/>
          </a:prstGeom>
        </p:spPr>
      </p:pic>
      <p:pic>
        <p:nvPicPr>
          <p:cNvPr id="13" name="Graphic 12" descr="Bullseye with solid fill">
            <a:extLst>
              <a:ext uri="{FF2B5EF4-FFF2-40B4-BE49-F238E27FC236}">
                <a16:creationId xmlns:a16="http://schemas.microsoft.com/office/drawing/2014/main" id="{0B9EB49C-F43D-A78D-62C9-1DF8AA84C5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043" y="3678237"/>
            <a:ext cx="457200" cy="457200"/>
          </a:xfrm>
          <a:prstGeom prst="rect">
            <a:avLst/>
          </a:prstGeom>
        </p:spPr>
      </p:pic>
      <p:pic>
        <p:nvPicPr>
          <p:cNvPr id="14" name="Graphic 13" descr="Bullseye with solid fill">
            <a:extLst>
              <a:ext uri="{FF2B5EF4-FFF2-40B4-BE49-F238E27FC236}">
                <a16:creationId xmlns:a16="http://schemas.microsoft.com/office/drawing/2014/main" id="{4630F8F4-1338-357B-889F-3F420AD67D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043" y="1731169"/>
            <a:ext cx="457200" cy="457200"/>
          </a:xfrm>
          <a:prstGeom prst="rect">
            <a:avLst/>
          </a:prstGeom>
        </p:spPr>
      </p:pic>
      <p:pic>
        <p:nvPicPr>
          <p:cNvPr id="18" name="Picture 17" descr="A group of people sitting at a table&#10;&#10;Description automatically generated">
            <a:extLst>
              <a:ext uri="{FF2B5EF4-FFF2-40B4-BE49-F238E27FC236}">
                <a16:creationId xmlns:a16="http://schemas.microsoft.com/office/drawing/2014/main" id="{54CA5812-41FE-A9B9-986E-4671547B9E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88"/>
            <a:ext cx="1874624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124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/>
          <a:lstStyle/>
          <a:p>
            <a:pPr rtl="0"/>
            <a:r>
              <a:rPr lang="en-US" sz="4800"/>
              <a:t>Analyze by </a:t>
            </a:r>
            <a:r>
              <a:rPr lang="en-US" sz="4800">
                <a:highlight>
                  <a:srgbClr val="808080"/>
                </a:highlight>
              </a:rPr>
              <a:t>Location</a:t>
            </a:r>
            <a:endParaRPr lang="vi-VN" sz="4800">
              <a:highlight>
                <a:srgbClr val="808080"/>
              </a:highlight>
            </a:endParaRPr>
          </a:p>
        </p:txBody>
      </p:sp>
      <p:pic>
        <p:nvPicPr>
          <p:cNvPr id="5" name="Graphic 4" descr="Statistics outline">
            <a:extLst>
              <a:ext uri="{FF2B5EF4-FFF2-40B4-BE49-F238E27FC236}">
                <a16:creationId xmlns:a16="http://schemas.microsoft.com/office/drawing/2014/main" id="{36A3ACF7-31A9-3721-9081-BDDD51023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38375" y="3447000"/>
            <a:ext cx="914400" cy="914400"/>
          </a:xfrm>
          <a:prstGeom prst="rect">
            <a:avLst/>
          </a:prstGeom>
        </p:spPr>
      </p:pic>
      <p:pic>
        <p:nvPicPr>
          <p:cNvPr id="8" name="Graphic 7" descr="Statistics outline">
            <a:extLst>
              <a:ext uri="{FF2B5EF4-FFF2-40B4-BE49-F238E27FC236}">
                <a16:creationId xmlns:a16="http://schemas.microsoft.com/office/drawing/2014/main" id="{9788F10B-BF11-07D6-41FF-4EFBA6FC4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7175" y="3447000"/>
            <a:ext cx="914400" cy="914400"/>
          </a:xfrm>
          <a:prstGeom prst="rect">
            <a:avLst/>
          </a:prstGeom>
        </p:spPr>
      </p:pic>
      <p:pic>
        <p:nvPicPr>
          <p:cNvPr id="4" name="Graphic 3" descr="Map with pin outline">
            <a:extLst>
              <a:ext uri="{FF2B5EF4-FFF2-40B4-BE49-F238E27FC236}">
                <a16:creationId xmlns:a16="http://schemas.microsoft.com/office/drawing/2014/main" id="{81745418-35EE-091E-5C85-0587121F61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75005" y="3429000"/>
            <a:ext cx="914400" cy="914400"/>
          </a:xfrm>
          <a:prstGeom prst="rect">
            <a:avLst/>
          </a:prstGeom>
        </p:spPr>
      </p:pic>
      <p:pic>
        <p:nvPicPr>
          <p:cNvPr id="6" name="Graphic 5" descr="Map with pin outline">
            <a:extLst>
              <a:ext uri="{FF2B5EF4-FFF2-40B4-BE49-F238E27FC236}">
                <a16:creationId xmlns:a16="http://schemas.microsoft.com/office/drawing/2014/main" id="{91583F8C-938A-44EC-6753-6F412F6395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49490" y="3483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41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13697F-8AE9-679F-0F4A-ABE2F93BD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vi-VN" noProof="0" smtClean="0"/>
              <a:pPr/>
              <a:t>15</a:t>
            </a:fld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14" name="Tiêu đề 1">
            <a:extLst>
              <a:ext uri="{FF2B5EF4-FFF2-40B4-BE49-F238E27FC236}">
                <a16:creationId xmlns:a16="http://schemas.microsoft.com/office/drawing/2014/main" id="{B7273486-6065-7B6B-F9D2-C902FC7EE785}"/>
              </a:ext>
            </a:extLst>
          </p:cNvPr>
          <p:cNvSpPr txBox="1">
            <a:spLocks/>
          </p:cNvSpPr>
          <p:nvPr/>
        </p:nvSpPr>
        <p:spPr>
          <a:xfrm>
            <a:off x="1167492" y="0"/>
            <a:ext cx="9779183" cy="1000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4400">
                <a:solidFill>
                  <a:schemeClr val="accent4"/>
                </a:solidFill>
              </a:rPr>
              <a:t>Distribution of Sellers by State</a:t>
            </a:r>
            <a:endParaRPr lang="vi-VN" sz="4400">
              <a:solidFill>
                <a:schemeClr val="accent4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BA90040-ECFA-FC04-C523-3D95152C8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61" y="1156484"/>
            <a:ext cx="5446427" cy="457200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EBD22929-A14F-8554-B6F1-5B3F70476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58" y="1156484"/>
            <a:ext cx="2967803" cy="457200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9BA6B9-5420-AAF3-5197-668A607DD33F}"/>
              </a:ext>
            </a:extLst>
          </p:cNvPr>
          <p:cNvSpPr txBox="1"/>
          <p:nvPr/>
        </p:nvSpPr>
        <p:spPr>
          <a:xfrm>
            <a:off x="8996431" y="1156484"/>
            <a:ext cx="255645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4E79A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São Paulo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state with the highest concentration of sellers, with </a:t>
            </a:r>
            <a:r>
              <a:rPr lang="en-US" sz="2000" b="1">
                <a:solidFill>
                  <a:srgbClr val="4E79A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1,849 sellers.</a:t>
            </a:r>
            <a:endParaRPr lang="vi-VN" sz="2000" b="1">
              <a:solidFill>
                <a:srgbClr val="4E79A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store with many packages of food&#10;&#10;Description automatically generated with medium confidence">
            <a:extLst>
              <a:ext uri="{FF2B5EF4-FFF2-40B4-BE49-F238E27FC236}">
                <a16:creationId xmlns:a16="http://schemas.microsoft.com/office/drawing/2014/main" id="{2DD9675B-78FB-49EA-D2F0-1636C3EA0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431" y="3429000"/>
            <a:ext cx="2556458" cy="196596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24197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 descr="A group of children smiling and giving thumbs up&#10;&#10;Description automatically generated">
            <a:extLst>
              <a:ext uri="{FF2B5EF4-FFF2-40B4-BE49-F238E27FC236}">
                <a16:creationId xmlns:a16="http://schemas.microsoft.com/office/drawing/2014/main" id="{517CCE83-6638-0CAE-D452-DE76CDC1E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96434" y="3213826"/>
            <a:ext cx="2588024" cy="1723887"/>
          </a:xfr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13697F-8AE9-679F-0F4A-ABE2F93BD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vi-VN" noProof="0" smtClean="0"/>
              <a:pPr/>
              <a:t>16</a:t>
            </a:fld>
            <a:endParaRPr lang="vi-VN" noProof="0">
              <a:latin typeface="Arial" panose="020B0604020202020204" pitchFamily="34" charset="0"/>
            </a:endParaRPr>
          </a:p>
        </p:txBody>
      </p:sp>
      <p:sp>
        <p:nvSpPr>
          <p:cNvPr id="14" name="Tiêu đề 1">
            <a:extLst>
              <a:ext uri="{FF2B5EF4-FFF2-40B4-BE49-F238E27FC236}">
                <a16:creationId xmlns:a16="http://schemas.microsoft.com/office/drawing/2014/main" id="{B7273486-6065-7B6B-F9D2-C902FC7EE785}"/>
              </a:ext>
            </a:extLst>
          </p:cNvPr>
          <p:cNvSpPr txBox="1">
            <a:spLocks/>
          </p:cNvSpPr>
          <p:nvPr/>
        </p:nvSpPr>
        <p:spPr>
          <a:xfrm>
            <a:off x="976992" y="0"/>
            <a:ext cx="9779183" cy="1000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4400">
                <a:solidFill>
                  <a:schemeClr val="accent4"/>
                </a:solidFill>
              </a:rPr>
              <a:t>Distribution of Customers by State</a:t>
            </a:r>
            <a:endParaRPr lang="vi-VN" sz="4400">
              <a:solidFill>
                <a:schemeClr val="accent4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4EFABE0-157A-AA02-192D-BE3CFF376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35" y="1143000"/>
            <a:ext cx="5798327" cy="457200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6D26922-AF51-7A67-7DF0-FABAB2393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43000"/>
            <a:ext cx="2961882" cy="457200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1315E2-1CF8-99C0-A0AB-F6069347B617}"/>
              </a:ext>
            </a:extLst>
          </p:cNvPr>
          <p:cNvSpPr txBox="1"/>
          <p:nvPr/>
        </p:nvSpPr>
        <p:spPr>
          <a:xfrm>
            <a:off x="9196434" y="1136653"/>
            <a:ext cx="23926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4E79A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São Paulo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also the state with the highest concentration of customers, with </a:t>
            </a:r>
            <a:r>
              <a:rPr lang="en-US" sz="2000" b="1">
                <a:solidFill>
                  <a:srgbClr val="E157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41,746 customers</a:t>
            </a:r>
            <a:r>
              <a:rPr lang="en-US" sz="2000">
                <a:solidFill>
                  <a:srgbClr val="E157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2000">
              <a:solidFill>
                <a:srgbClr val="E157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041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76D5B-E69B-AA77-EDE4-6FCD9A30C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5C18AE-3FF7-C168-8F6F-8F8B9A590490}"/>
              </a:ext>
            </a:extLst>
          </p:cNvPr>
          <p:cNvSpPr txBox="1"/>
          <p:nvPr/>
        </p:nvSpPr>
        <p:spPr>
          <a:xfrm>
            <a:off x="8623262" y="1234440"/>
            <a:ext cx="284483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can be seen that the total number of </a:t>
            </a:r>
            <a:r>
              <a:rPr lang="en-US" sz="2000" b="1">
                <a:solidFill>
                  <a:srgbClr val="59A1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interstate orders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20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significantly higher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</a:t>
            </a:r>
            <a:r>
              <a:rPr lang="en-US" sz="2000" b="1">
                <a:solidFill>
                  <a:srgbClr val="4E79A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intrastate orders.</a:t>
            </a:r>
            <a:endParaRPr lang="vi-VN" sz="2000" b="1">
              <a:solidFill>
                <a:srgbClr val="4E79A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êu đề 1">
            <a:extLst>
              <a:ext uri="{FF2B5EF4-FFF2-40B4-BE49-F238E27FC236}">
                <a16:creationId xmlns:a16="http://schemas.microsoft.com/office/drawing/2014/main" id="{E0EB7B0A-74F1-A722-56E5-DD3BF90AA72D}"/>
              </a:ext>
            </a:extLst>
          </p:cNvPr>
          <p:cNvSpPr txBox="1">
            <a:spLocks/>
          </p:cNvSpPr>
          <p:nvPr/>
        </p:nvSpPr>
        <p:spPr>
          <a:xfrm>
            <a:off x="976992" y="0"/>
            <a:ext cx="9779183" cy="1000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4400">
                <a:solidFill>
                  <a:srgbClr val="4E79A7"/>
                </a:solidFill>
              </a:rPr>
              <a:t>Intrastate</a:t>
            </a:r>
            <a:r>
              <a:rPr lang="en-US" sz="4400">
                <a:solidFill>
                  <a:schemeClr val="accent4"/>
                </a:solidFill>
              </a:rPr>
              <a:t> vs </a:t>
            </a:r>
            <a:r>
              <a:rPr lang="en-US" sz="4400">
                <a:solidFill>
                  <a:srgbClr val="59A14F"/>
                </a:solidFill>
              </a:rPr>
              <a:t>Interstate</a:t>
            </a:r>
            <a:r>
              <a:rPr lang="en-US" sz="4400">
                <a:solidFill>
                  <a:schemeClr val="accent4"/>
                </a:solidFill>
              </a:rPr>
              <a:t> Delivery</a:t>
            </a:r>
            <a:endParaRPr lang="vi-VN" sz="4400">
              <a:solidFill>
                <a:schemeClr val="accent4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D5C798D-1E69-D408-B3DF-6BF33C928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3262" y="2880360"/>
            <a:ext cx="266987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BCBBD3-03A8-0281-AC17-A9544DA7F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42" y="1234440"/>
            <a:ext cx="7828884" cy="438912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79156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BC1DB-A3F4-234E-9980-2C142EB51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Tiêu đề 1">
            <a:extLst>
              <a:ext uri="{FF2B5EF4-FFF2-40B4-BE49-F238E27FC236}">
                <a16:creationId xmlns:a16="http://schemas.microsoft.com/office/drawing/2014/main" id="{10BD5156-D002-5974-E12A-09506926F894}"/>
              </a:ext>
            </a:extLst>
          </p:cNvPr>
          <p:cNvSpPr txBox="1">
            <a:spLocks/>
          </p:cNvSpPr>
          <p:nvPr/>
        </p:nvSpPr>
        <p:spPr>
          <a:xfrm>
            <a:off x="976992" y="0"/>
            <a:ext cx="9779183" cy="1000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4400">
                <a:solidFill>
                  <a:srgbClr val="59A14F"/>
                </a:solidFill>
              </a:rPr>
              <a:t>Interstate</a:t>
            </a:r>
            <a:r>
              <a:rPr lang="en-US" sz="4400">
                <a:solidFill>
                  <a:schemeClr val="accent4"/>
                </a:solidFill>
              </a:rPr>
              <a:t> Delivery</a:t>
            </a:r>
            <a:endParaRPr lang="vi-VN" sz="4400">
              <a:solidFill>
                <a:schemeClr val="accent4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776323-A62E-4BFB-6367-D965AB307C78}"/>
              </a:ext>
            </a:extLst>
          </p:cNvPr>
          <p:cNvSpPr txBox="1"/>
          <p:nvPr/>
        </p:nvSpPr>
        <p:spPr>
          <a:xfrm>
            <a:off x="8312262" y="1231413"/>
            <a:ext cx="266987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top 5 states </a:t>
            </a:r>
            <a:r>
              <a:rPr lang="en-US" sz="2000">
                <a:solidFill>
                  <a:srgbClr val="E157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RJ (Rio de Janeiro)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MG (Minas Gerais), </a:t>
            </a:r>
            <a:r>
              <a:rPr lang="en-US" sz="2000">
                <a:solidFill>
                  <a:srgbClr val="4E79A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 (São Paulo),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 (Rio Grande do Sul), PR (Paraná) have the highest number of </a:t>
            </a:r>
            <a:r>
              <a:rPr lang="en-US" sz="2000" b="1">
                <a:solidFill>
                  <a:srgbClr val="529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interstate orders.</a:t>
            </a:r>
            <a:endParaRPr lang="vi-VN" sz="2000" b="1">
              <a:solidFill>
                <a:srgbClr val="529D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 descr="A close-up of a road sign&#10;&#10;Description automatically generated">
            <a:extLst>
              <a:ext uri="{FF2B5EF4-FFF2-40B4-BE49-F238E27FC236}">
                <a16:creationId xmlns:a16="http://schemas.microsoft.com/office/drawing/2014/main" id="{84474C3F-8862-D530-AB59-86D2E1EC5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893" y="3785958"/>
            <a:ext cx="2592612" cy="1644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E96A34-EBF5-9D93-1CD0-49710FBEF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45" y="1231413"/>
            <a:ext cx="7634579" cy="457200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43895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BC1DB-A3F4-234E-9980-2C142EB51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0E6E80-F11F-8371-1451-86EF4C851C9B}"/>
              </a:ext>
            </a:extLst>
          </p:cNvPr>
          <p:cNvSpPr txBox="1"/>
          <p:nvPr/>
        </p:nvSpPr>
        <p:spPr>
          <a:xfrm>
            <a:off x="6592266" y="1327150"/>
            <a:ext cx="45424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4E79A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delivery times </a:t>
            </a:r>
            <a:r>
              <a:rPr lang="en-US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five states with the most orders show significant delays.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529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Intrastate deliveries </a:t>
            </a:r>
            <a:r>
              <a:rPr lang="en-US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b="1">
                <a:solidFill>
                  <a:srgbClr val="4E79A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São Paulo</a:t>
            </a:r>
            <a:r>
              <a:rPr lang="en-US">
                <a:solidFill>
                  <a:srgbClr val="4E79A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529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7 days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deliveries from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4E79A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São Paulo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E157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Rio de Janeiro </a:t>
            </a:r>
            <a:r>
              <a:rPr lang="en-US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exceed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529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days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Clearly, Olist's delivery times are </a:t>
            </a:r>
            <a:r>
              <a:rPr lang="en-US" b="1">
                <a:solidFill>
                  <a:srgbClr val="E157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excessively long.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F461ED-9FEF-3EF4-8928-8975C26B2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266" y="3377287"/>
            <a:ext cx="4542460" cy="2979063"/>
          </a:xfrm>
          <a:prstGeom prst="rect">
            <a:avLst/>
          </a:prstGeom>
          <a:solidFill>
            <a:srgbClr val="4E79A7"/>
          </a:solidFill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15" name="Tiêu đề 1">
            <a:extLst>
              <a:ext uri="{FF2B5EF4-FFF2-40B4-BE49-F238E27FC236}">
                <a16:creationId xmlns:a16="http://schemas.microsoft.com/office/drawing/2014/main" id="{E14F3AE9-D15C-4A15-2946-ED554446F761}"/>
              </a:ext>
            </a:extLst>
          </p:cNvPr>
          <p:cNvSpPr txBox="1">
            <a:spLocks/>
          </p:cNvSpPr>
          <p:nvPr/>
        </p:nvSpPr>
        <p:spPr>
          <a:xfrm>
            <a:off x="1091292" y="1587"/>
            <a:ext cx="9779183" cy="1000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600">
                <a:solidFill>
                  <a:schemeClr val="accent4"/>
                </a:solidFill>
              </a:rPr>
              <a:t>Average delivery time between top 5 states</a:t>
            </a:r>
            <a:endParaRPr lang="vi-VN" sz="3600">
              <a:solidFill>
                <a:schemeClr val="accent4"/>
              </a:solidFill>
            </a:endParaRPr>
          </a:p>
        </p:txBody>
      </p:sp>
      <p:pic>
        <p:nvPicPr>
          <p:cNvPr id="17" name="Picture 16" descr="A screenshot of a chart&#10;&#10;Description automatically generated">
            <a:extLst>
              <a:ext uri="{FF2B5EF4-FFF2-40B4-BE49-F238E27FC236}">
                <a16:creationId xmlns:a16="http://schemas.microsoft.com/office/drawing/2014/main" id="{44629189-5532-6C4A-04E0-A6B61F215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27150"/>
            <a:ext cx="6477000" cy="502920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9994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3A727-80EE-3329-1EDF-55D77A1EB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118" y="1439863"/>
            <a:ext cx="5261882" cy="4630102"/>
          </a:xfrm>
        </p:spPr>
        <p:txBody>
          <a:bodyPr/>
          <a:lstStyle/>
          <a:p>
            <a:r>
              <a:rPr lang="en-US" sz="2400" b="1">
                <a:solidFill>
                  <a:srgbClr val="4E79A7"/>
                </a:solidFill>
              </a:rPr>
              <a:t>Provide multiple delivery options: 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Offer flexible delivery options such as </a:t>
            </a:r>
            <a:r>
              <a:rPr lang="en-US" sz="2400" b="1">
                <a:solidFill>
                  <a:srgbClr val="E15759"/>
                </a:solidFill>
              </a:rPr>
              <a:t>express delivery 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and </a:t>
            </a:r>
            <a:r>
              <a:rPr lang="en-US" sz="2400" b="1">
                <a:solidFill>
                  <a:srgbClr val="529D47"/>
                </a:solidFill>
              </a:rPr>
              <a:t>same-day delivery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 to meet the diverse needs of customers and </a:t>
            </a:r>
            <a:r>
              <a:rPr lang="en-US" sz="2400" b="1">
                <a:solidFill>
                  <a:srgbClr val="4E79A7"/>
                </a:solidFill>
              </a:rPr>
              <a:t>reduce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 the pressure on delivery </a:t>
            </a:r>
            <a:r>
              <a:rPr lang="en-US" sz="2400" b="1">
                <a:solidFill>
                  <a:srgbClr val="E15759"/>
                </a:solidFill>
              </a:rPr>
              <a:t>during peak seasons.</a:t>
            </a:r>
          </a:p>
          <a:p>
            <a:r>
              <a:rPr lang="en-US" sz="2400" b="1">
                <a:solidFill>
                  <a:srgbClr val="4E79A7"/>
                </a:solidFill>
              </a:rPr>
              <a:t>Establish distribution centers </a:t>
            </a:r>
            <a:r>
              <a:rPr lang="en-US" sz="2400">
                <a:solidFill>
                  <a:schemeClr val="bg2">
                    <a:lumMod val="25000"/>
                  </a:schemeClr>
                </a:solidFill>
              </a:rPr>
              <a:t>in areas with </a:t>
            </a:r>
            <a:r>
              <a:rPr lang="en-US" sz="2400" b="1">
                <a:solidFill>
                  <a:srgbClr val="529D47"/>
                </a:solidFill>
              </a:rPr>
              <a:t>high densities</a:t>
            </a:r>
            <a:r>
              <a:rPr lang="en-US" sz="2400">
                <a:solidFill>
                  <a:schemeClr val="bg2">
                    <a:lumMod val="25000"/>
                  </a:schemeClr>
                </a:solidFill>
              </a:rPr>
              <a:t> of </a:t>
            </a:r>
            <a:r>
              <a:rPr lang="en-US" sz="2400" b="1">
                <a:solidFill>
                  <a:srgbClr val="4E79A7"/>
                </a:solidFill>
              </a:rPr>
              <a:t>sellers</a:t>
            </a:r>
            <a:r>
              <a:rPr lang="en-US" sz="2400">
                <a:solidFill>
                  <a:schemeClr val="bg2">
                    <a:lumMod val="25000"/>
                  </a:schemeClr>
                </a:solidFill>
              </a:rPr>
              <a:t> and </a:t>
            </a:r>
            <a:r>
              <a:rPr lang="en-US" sz="2400" b="1">
                <a:solidFill>
                  <a:srgbClr val="E15759"/>
                </a:solidFill>
              </a:rPr>
              <a:t>customers</a:t>
            </a:r>
            <a:r>
              <a:rPr lang="en-US" sz="2400">
                <a:solidFill>
                  <a:srgbClr val="E15759"/>
                </a:solidFill>
              </a:rPr>
              <a:t>, </a:t>
            </a:r>
            <a:r>
              <a:rPr lang="en-US" sz="2400">
                <a:solidFill>
                  <a:schemeClr val="bg2">
                    <a:lumMod val="25000"/>
                  </a:schemeClr>
                </a:solidFill>
              </a:rPr>
              <a:t>particularly in </a:t>
            </a:r>
            <a:r>
              <a:rPr lang="en-US" sz="2400" b="1">
                <a:solidFill>
                  <a:srgbClr val="4E79A7"/>
                </a:solidFill>
              </a:rPr>
              <a:t>São Paulo</a:t>
            </a:r>
            <a:r>
              <a:rPr lang="en-US" sz="2400">
                <a:solidFill>
                  <a:schemeClr val="bg2">
                    <a:lumMod val="25000"/>
                  </a:schemeClr>
                </a:solidFill>
              </a:rPr>
              <a:t>, to </a:t>
            </a:r>
            <a:r>
              <a:rPr lang="en-US" sz="2400" b="1">
                <a:solidFill>
                  <a:srgbClr val="4E79A7"/>
                </a:solidFill>
              </a:rPr>
              <a:t>reduce</a:t>
            </a:r>
            <a:r>
              <a:rPr lang="en-US" sz="24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400" b="1">
                <a:solidFill>
                  <a:srgbClr val="4E79A7"/>
                </a:solidFill>
              </a:rPr>
              <a:t>the transportation time</a:t>
            </a:r>
            <a:r>
              <a:rPr lang="en-US" sz="2400">
                <a:solidFill>
                  <a:schemeClr val="bg2">
                    <a:lumMod val="25000"/>
                  </a:schemeClr>
                </a:solidFill>
              </a:rPr>
              <a:t> from </a:t>
            </a:r>
            <a:r>
              <a:rPr lang="en-US" sz="2400" b="1">
                <a:solidFill>
                  <a:srgbClr val="4E79A7"/>
                </a:solidFill>
              </a:rPr>
              <a:t>sellers</a:t>
            </a:r>
            <a:r>
              <a:rPr lang="en-US" sz="2400">
                <a:solidFill>
                  <a:schemeClr val="bg2">
                    <a:lumMod val="25000"/>
                  </a:schemeClr>
                </a:solidFill>
              </a:rPr>
              <a:t> to </a:t>
            </a:r>
            <a:r>
              <a:rPr lang="en-US" sz="2400" b="1">
                <a:solidFill>
                  <a:srgbClr val="E15759"/>
                </a:solidFill>
              </a:rPr>
              <a:t>customers</a:t>
            </a:r>
            <a:r>
              <a:rPr lang="en-US" sz="2400">
                <a:solidFill>
                  <a:srgbClr val="E15759"/>
                </a:solidFill>
              </a:rP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2B39F-43A4-2E3E-5EB4-6EC6CA09C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vi-VN" noProof="0" smtClean="0"/>
              <a:pPr/>
              <a:t>20</a:t>
            </a:fld>
            <a:endParaRPr lang="vi-VN" noProof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EEB50C-BF11-B323-58B6-FC42D148A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049" y="1439863"/>
            <a:ext cx="2910021" cy="2886834"/>
          </a:xfrm>
          <a:prstGeom prst="rect">
            <a:avLst/>
          </a:prstGeom>
        </p:spPr>
      </p:pic>
      <p:pic>
        <p:nvPicPr>
          <p:cNvPr id="9" name="Picture 8" descr="A group of blue trucks and a globe&#10;&#10;Description automatically generated">
            <a:extLst>
              <a:ext uri="{FF2B5EF4-FFF2-40B4-BE49-F238E27FC236}">
                <a16:creationId xmlns:a16="http://schemas.microsoft.com/office/drawing/2014/main" id="{06DD6829-7556-0E8E-DCF5-A69F92772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6071" y="1693702"/>
            <a:ext cx="2383476" cy="2383476"/>
          </a:xfrm>
          <a:prstGeom prst="rect">
            <a:avLst/>
          </a:prstGeom>
        </p:spPr>
      </p:pic>
      <p:pic>
        <p:nvPicPr>
          <p:cNvPr id="13" name="Picture 12" descr="A red and black logo with a stopwatch and text&#10;&#10;Description automatically generated">
            <a:extLst>
              <a:ext uri="{FF2B5EF4-FFF2-40B4-BE49-F238E27FC236}">
                <a16:creationId xmlns:a16="http://schemas.microsoft.com/office/drawing/2014/main" id="{5126B116-84C4-DC52-E0A7-133F07485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2391" y="3886200"/>
            <a:ext cx="2621756" cy="2097405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F0D602B3-BE35-8415-E3D3-E686608F1F89}"/>
              </a:ext>
            </a:extLst>
          </p:cNvPr>
          <p:cNvSpPr txBox="1">
            <a:spLocks/>
          </p:cNvSpPr>
          <p:nvPr/>
        </p:nvSpPr>
        <p:spPr>
          <a:xfrm>
            <a:off x="1829043" y="0"/>
            <a:ext cx="9779183" cy="1000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4000">
                <a:solidFill>
                  <a:srgbClr val="4E79A7"/>
                </a:solidFill>
              </a:rPr>
              <a:t>Potential Solutions</a:t>
            </a:r>
          </a:p>
        </p:txBody>
      </p:sp>
      <p:pic>
        <p:nvPicPr>
          <p:cNvPr id="11" name="Graphic 10" descr="Checkbox Checked with solid fill">
            <a:extLst>
              <a:ext uri="{FF2B5EF4-FFF2-40B4-BE49-F238E27FC236}">
                <a16:creationId xmlns:a16="http://schemas.microsoft.com/office/drawing/2014/main" id="{A3FBAD55-54BB-57EE-D6A3-FC01CB5AF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4054" y="1373662"/>
            <a:ext cx="640080" cy="640080"/>
          </a:xfrm>
          <a:prstGeom prst="rect">
            <a:avLst/>
          </a:prstGeom>
        </p:spPr>
      </p:pic>
      <p:pic>
        <p:nvPicPr>
          <p:cNvPr id="12" name="Graphic 11" descr="Checkbox Checked with solid fill">
            <a:extLst>
              <a:ext uri="{FF2B5EF4-FFF2-40B4-BE49-F238E27FC236}">
                <a16:creationId xmlns:a16="http://schemas.microsoft.com/office/drawing/2014/main" id="{A876A7F3-D2FC-F699-240E-6B3FD6690B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4054" y="3831911"/>
            <a:ext cx="640080" cy="640080"/>
          </a:xfrm>
          <a:prstGeom prst="rect">
            <a:avLst/>
          </a:prstGeom>
        </p:spPr>
      </p:pic>
      <p:pic>
        <p:nvPicPr>
          <p:cNvPr id="15" name="Picture 14" descr="A group of people standing around a large screen&#10;&#10;Description automatically generated">
            <a:extLst>
              <a:ext uri="{FF2B5EF4-FFF2-40B4-BE49-F238E27FC236}">
                <a16:creationId xmlns:a16="http://schemas.microsoft.com/office/drawing/2014/main" id="{BE6CB73B-6DB9-77E6-5998-FACE6CCE2F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2693" y="45534"/>
            <a:ext cx="1657722" cy="165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44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2D1A202-23A3-4F3A-AA92-0172C8D2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658" y="0"/>
            <a:ext cx="9779183" cy="1325563"/>
          </a:xfrm>
        </p:spPr>
        <p:txBody>
          <a:bodyPr rtlCol="0"/>
          <a:lstStyle/>
          <a:p>
            <a:pPr rtl="0"/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Conclusion</a:t>
            </a:r>
            <a:endParaRPr lang="vi-VN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B943E7C-A74D-4CB3-844B-51917C88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0658" y="1368237"/>
            <a:ext cx="7566117" cy="7042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solidFill>
                  <a:schemeClr val="bg2">
                    <a:lumMod val="25000"/>
                  </a:schemeClr>
                </a:solidFill>
              </a:rPr>
              <a:t>This project focuses on improving Olist e-commerce delivery-time in the period from Jan-2017 to Aug-2018.</a:t>
            </a:r>
            <a:endParaRPr lang="vi-VN" sz="18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25B7362-01DC-0E4C-9B34-0DF3FD449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vi-VN" smtClean="0"/>
              <a:pPr rtl="0"/>
              <a:t>21</a:t>
            </a:fld>
            <a:endParaRPr lang="vi-VN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F02DE62-891D-DFF4-B1B9-5AF2350160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8525995"/>
              </p:ext>
            </p:extLst>
          </p:nvPr>
        </p:nvGraphicFramePr>
        <p:xfrm>
          <a:off x="6907120" y="2678629"/>
          <a:ext cx="5208028" cy="2106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8" name="Picture 17" descr="A person and person standing next to a large white board&#10;&#10;Description automatically generated">
            <a:extLst>
              <a:ext uri="{FF2B5EF4-FFF2-40B4-BE49-F238E27FC236}">
                <a16:creationId xmlns:a16="http://schemas.microsoft.com/office/drawing/2014/main" id="{1637044B-D606-5359-E1B4-00F8C73132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3841" y="5567"/>
            <a:ext cx="2286000" cy="2286000"/>
          </a:xfrm>
          <a:prstGeom prst="rect">
            <a:avLst/>
          </a:prstGeom>
        </p:spPr>
      </p:pic>
      <p:pic>
        <p:nvPicPr>
          <p:cNvPr id="21" name="Picture 20" descr="A blue sign with white text&#10;&#10;Description automatically generated">
            <a:extLst>
              <a:ext uri="{FF2B5EF4-FFF2-40B4-BE49-F238E27FC236}">
                <a16:creationId xmlns:a16="http://schemas.microsoft.com/office/drawing/2014/main" id="{04DBC1FB-918D-2EB9-AE32-64DD105B18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0200" y="21583"/>
            <a:ext cx="1371600" cy="1371600"/>
          </a:xfrm>
          <a:prstGeom prst="rect">
            <a:avLst/>
          </a:prstGeom>
        </p:spPr>
      </p:pic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230149D0-6820-0FDC-1D45-D15636784B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5324658"/>
              </p:ext>
            </p:extLst>
          </p:nvPr>
        </p:nvGraphicFramePr>
        <p:xfrm>
          <a:off x="463458" y="2072491"/>
          <a:ext cx="6215062" cy="37187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622430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044" y="731838"/>
            <a:ext cx="6220278" cy="2387600"/>
          </a:xfrm>
        </p:spPr>
        <p:txBody>
          <a:bodyPr rtlCol="0"/>
          <a:lstStyle/>
          <a:p>
            <a:pPr rtl="0"/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Thank You</a:t>
            </a:r>
            <a:endParaRPr lang="vi-VN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6043" y="3211513"/>
            <a:ext cx="6220277" cy="2247219"/>
          </a:xfrm>
        </p:spPr>
        <p:txBody>
          <a:bodyPr rtlCol="0">
            <a:normAutofit/>
          </a:bodyPr>
          <a:lstStyle/>
          <a:p>
            <a:pPr rtl="0"/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Doan Huynh Nhat Vu</a:t>
            </a:r>
            <a:endParaRPr lang="vi-VN">
              <a:solidFill>
                <a:schemeClr val="accent1">
                  <a:lumMod val="50000"/>
                </a:schemeClr>
              </a:solidFill>
            </a:endParaRPr>
          </a:p>
          <a:p>
            <a:pPr rtl="0"/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dhnv13494@gmail.com</a:t>
            </a:r>
            <a:endParaRPr lang="vi-V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A blue and green rectangle with a green border&#10;&#10;Description automatically generated">
            <a:extLst>
              <a:ext uri="{FF2B5EF4-FFF2-40B4-BE49-F238E27FC236}">
                <a16:creationId xmlns:a16="http://schemas.microsoft.com/office/drawing/2014/main" id="{C6691031-23EC-FC53-5AAA-41EE00DE4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043" y="4335122"/>
            <a:ext cx="4357007" cy="1254125"/>
          </a:xfrm>
          <a:prstGeom prst="rect">
            <a:avLst/>
          </a:prstGeom>
        </p:spPr>
      </p:pic>
      <p:pic>
        <p:nvPicPr>
          <p:cNvPr id="6" name="Picture 5" descr="A person drawing a graph&#10;&#10;Description automatically generated">
            <a:extLst>
              <a:ext uri="{FF2B5EF4-FFF2-40B4-BE49-F238E27FC236}">
                <a16:creationId xmlns:a16="http://schemas.microsoft.com/office/drawing/2014/main" id="{665B5211-A97A-17F0-E098-40FBCB3B9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0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184573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257897_TF45331398_Win32" id="{3F7AD34D-17DC-4623-A597-3E13F59DD9CD}" vid="{093914D3-B6E2-4981-9627-31B692ED94BF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5BAB77-79E1-4739-AA51-10C9079186D6}">
  <ds:schemaRefs>
    <ds:schemaRef ds:uri="http://purl.org/dc/dcmitype/"/>
    <ds:schemaRef ds:uri="http://schemas.microsoft.com/office/infopath/2007/PartnerControls"/>
    <ds:schemaRef ds:uri="http://schemas.microsoft.com/sharepoint/v3"/>
    <ds:schemaRef ds:uri="http://purl.org/dc/terms/"/>
    <ds:schemaRef ds:uri="230e9df3-be65-4c73-a93b-d1236ebd677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16c05727-aa75-4e4a-9b5f-8a80a1165891"/>
    <ds:schemaRef ds:uri="71af3243-3dd4-4a8d-8c0d-dd76da1f02a5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A615295-94F6-4CE2-A1B1-6B7E1DAA5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334180-0405-413B-834A-44FA9E05ADB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Bản trình bày phổ biến</Template>
  <TotalTime>3939</TotalTime>
  <Words>937</Words>
  <Application>Microsoft Office PowerPoint</Application>
  <PresentationFormat>Widescreen</PresentationFormat>
  <Paragraphs>122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Tenorite</vt:lpstr>
      <vt:lpstr>Wingdings</vt:lpstr>
      <vt:lpstr>Chủ đề Office</vt:lpstr>
      <vt:lpstr>How To Improve Delivery Time of Olist E-Commerce </vt:lpstr>
      <vt:lpstr>The importance of delivery for e-commerce</vt:lpstr>
      <vt:lpstr>Overview of the analysis</vt:lpstr>
      <vt:lpstr>PowerPoint Presentation</vt:lpstr>
      <vt:lpstr>Analyze by Time</vt:lpstr>
      <vt:lpstr>Percentage of On Time vs Late Deliveries</vt:lpstr>
      <vt:lpstr>Late Delivery Rate</vt:lpstr>
      <vt:lpstr>Average Delivery Time</vt:lpstr>
      <vt:lpstr>Average Delivery Time</vt:lpstr>
      <vt:lpstr>PowerPoint Presentation</vt:lpstr>
      <vt:lpstr>PowerPoint Presentation</vt:lpstr>
      <vt:lpstr>PowerPoint Presentation</vt:lpstr>
      <vt:lpstr>PowerPoint Presentation</vt:lpstr>
      <vt:lpstr>Analyze by Location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 Jackson</dc:creator>
  <cp:lastModifiedBy>Kai Jackson</cp:lastModifiedBy>
  <cp:revision>1</cp:revision>
  <cp:lastPrinted>2024-06-16T07:29:33Z</cp:lastPrinted>
  <dcterms:created xsi:type="dcterms:W3CDTF">2024-06-12T02:00:20Z</dcterms:created>
  <dcterms:modified xsi:type="dcterms:W3CDTF">2024-06-24T05:12:14Z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